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ae62e06bac44a9" /><Relationship Type="http://schemas.openxmlformats.org/officeDocument/2006/relationships/extended-properties" Target="/docProps/app.xml" Id="R9e9d0e3b66354131" /><Relationship Type="http://schemas.openxmlformats.org/officeDocument/2006/relationships/officeDocument" Target="/ppt/presentation.xml" Id="Rf51cad057231492e" /></Relationships>
</file>

<file path=ppt/presentation.xml><?xml version="1.0" encoding="utf-8"?>
<p:presentation xmlns:p="http://schemas.openxmlformats.org/presentationml/2006/main">
  <p:sldMasterIdLst>
    <p:sldMasterId xmlns:r="http://schemas.openxmlformats.org/officeDocument/2006/relationships" id="2147483648" r:id="R5b80688608654bab"/>
  </p:sldMasterIdLst>
  <p:notesMasterIdLst>
    <p:notesMasterId xmlns:r="http://schemas.openxmlformats.org/officeDocument/2006/relationships" r:id="R381eccc95fc54bfa"/>
  </p:notesMasterIdLst>
  <p:sldIdLst>
    <p:sldId xmlns:r="http://schemas.openxmlformats.org/officeDocument/2006/relationships" id="256" r:id="R39fa9ef14c494828"/>
    <p:sldId xmlns:r="http://schemas.openxmlformats.org/officeDocument/2006/relationships" id="257" r:id="Rd1242e8ac2c543fd"/>
    <p:sldId xmlns:r="http://schemas.openxmlformats.org/officeDocument/2006/relationships" id="258" r:id="R8bc3324c1f9d445a"/>
    <p:sldId xmlns:r="http://schemas.openxmlformats.org/officeDocument/2006/relationships" id="259" r:id="R459453f7a3d64292"/>
    <p:sldId xmlns:r="http://schemas.openxmlformats.org/officeDocument/2006/relationships" id="260" r:id="Rbd0a42f39b624808"/>
    <p:sldId xmlns:r="http://schemas.openxmlformats.org/officeDocument/2006/relationships" id="261" r:id="Rc58ff67df55645d9"/>
    <p:sldId xmlns:r="http://schemas.openxmlformats.org/officeDocument/2006/relationships" id="262" r:id="R4bc10a6f62674e22"/>
    <p:sldId xmlns:r="http://schemas.openxmlformats.org/officeDocument/2006/relationships" id="263" r:id="Rddbf9035bec9438c"/>
    <p:sldId xmlns:r="http://schemas.openxmlformats.org/officeDocument/2006/relationships" id="264" r:id="R873967d82f404738"/>
    <p:sldId xmlns:r="http://schemas.openxmlformats.org/officeDocument/2006/relationships" id="265" r:id="Rea243a3e827d4b58"/>
    <p:sldId xmlns:r="http://schemas.openxmlformats.org/officeDocument/2006/relationships" id="266" r:id="R30c1ed5d699f4b75"/>
    <p:sldId xmlns:r="http://schemas.openxmlformats.org/officeDocument/2006/relationships" id="267" r:id="Rdcf0b6b7bdc0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e904477a0a4146" /><Relationship Type="http://schemas.openxmlformats.org/officeDocument/2006/relationships/slideMaster" Target="/ppt/slideMasters/slideMaster1.xml" Id="R5b80688608654bab" /><Relationship Type="http://schemas.openxmlformats.org/officeDocument/2006/relationships/notesMaster" Target="/ppt/notesMasters/notesMaster1.xml" Id="R381eccc95fc54bfa" /><Relationship Type="http://schemas.openxmlformats.org/officeDocument/2006/relationships/presProps" Target="/ppt/presProps.xml" Id="R9017eca5cc9f4d6a" /><Relationship Type="http://schemas.openxmlformats.org/officeDocument/2006/relationships/tableStyles" Target="/ppt/tableStyles.xml" Id="Rda4c88089af8465c" /><Relationship Type="http://schemas.openxmlformats.org/officeDocument/2006/relationships/slide" Target="/ppt/slides/slide1.xml" Id="R39fa9ef14c494828" /><Relationship Type="http://schemas.openxmlformats.org/officeDocument/2006/relationships/slide" Target="/ppt/slides/slide2.xml" Id="Rd1242e8ac2c543fd" /><Relationship Type="http://schemas.openxmlformats.org/officeDocument/2006/relationships/slide" Target="/ppt/slides/slide3.xml" Id="R8bc3324c1f9d445a" /><Relationship Type="http://schemas.openxmlformats.org/officeDocument/2006/relationships/slide" Target="/ppt/slides/slide4.xml" Id="R459453f7a3d64292" /><Relationship Type="http://schemas.openxmlformats.org/officeDocument/2006/relationships/slide" Target="/ppt/slides/slide5.xml" Id="Rbd0a42f39b624808" /><Relationship Type="http://schemas.openxmlformats.org/officeDocument/2006/relationships/slide" Target="/ppt/slides/slide6.xml" Id="Rc58ff67df55645d9" /><Relationship Type="http://schemas.openxmlformats.org/officeDocument/2006/relationships/slide" Target="/ppt/slides/slide7.xml" Id="R4bc10a6f62674e22" /><Relationship Type="http://schemas.openxmlformats.org/officeDocument/2006/relationships/slide" Target="/ppt/slides/slide8.xml" Id="Rddbf9035bec9438c" /><Relationship Type="http://schemas.openxmlformats.org/officeDocument/2006/relationships/slide" Target="/ppt/slides/slide9.xml" Id="R873967d82f404738" /><Relationship Type="http://schemas.openxmlformats.org/officeDocument/2006/relationships/slide" Target="/ppt/slides/slide10.xml" Id="Rea243a3e827d4b58" /><Relationship Type="http://schemas.openxmlformats.org/officeDocument/2006/relationships/slide" Target="/ppt/slides/slide11.xml" Id="R30c1ed5d699f4b75" /><Relationship Type="http://schemas.openxmlformats.org/officeDocument/2006/relationships/slide" Target="/ppt/slides/slide12.xml" Id="Rdcf0b6b7bdc0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ee42ccb4fc46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480dda70d04019" /><Relationship Type="http://schemas.openxmlformats.org/officeDocument/2006/relationships/notesMaster" Target="/ppt/notesMasters/notesMaster1.xml" Id="Red0822dbbfd142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162310ca094d82" /><Relationship Type="http://schemas.openxmlformats.org/officeDocument/2006/relationships/notesMaster" Target="/ppt/notesMasters/notesMaster1.xml" Id="Rd946dafd4cd449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b8dbf989a34f17" /><Relationship Type="http://schemas.openxmlformats.org/officeDocument/2006/relationships/notesMaster" Target="/ppt/notesMasters/notesMaster1.xml" Id="Rcfd126225f644a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ae3997e2624dc3" /><Relationship Type="http://schemas.openxmlformats.org/officeDocument/2006/relationships/notesMaster" Target="/ppt/notesMasters/notesMaster1.xml" Id="Rb90fba36543444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99b42764df41b8" /><Relationship Type="http://schemas.openxmlformats.org/officeDocument/2006/relationships/notesMaster" Target="/ppt/notesMasters/notesMaster1.xml" Id="R24f10db179c241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8c3b090f424837" /><Relationship Type="http://schemas.openxmlformats.org/officeDocument/2006/relationships/notesMaster" Target="/ppt/notesMasters/notesMaster1.xml" Id="R0e4e7b0bfdf949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55273ea8d84d93" /><Relationship Type="http://schemas.openxmlformats.org/officeDocument/2006/relationships/notesMaster" Target="/ppt/notesMasters/notesMaster1.xml" Id="R1c7563b1dd7a45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fe046cf5364f06" /><Relationship Type="http://schemas.openxmlformats.org/officeDocument/2006/relationships/notesMaster" Target="/ppt/notesMasters/notesMaster1.xml" Id="R8b077035f41a40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b7fc6cb29947f9" /><Relationship Type="http://schemas.openxmlformats.org/officeDocument/2006/relationships/notesMaster" Target="/ppt/notesMasters/notesMaster1.xml" Id="R921c53f74da042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621cdc661c4e27" /><Relationship Type="http://schemas.openxmlformats.org/officeDocument/2006/relationships/notesMaster" Target="/ppt/notesMasters/notesMaster1.xml" Id="R0b50497462094c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8e2ab1d9df41e2" /><Relationship Type="http://schemas.openxmlformats.org/officeDocument/2006/relationships/notesMaster" Target="/ppt/notesMasters/notesMaster1.xml" Id="Rc70506bfb7a548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9cf5bb3a284c3b" /><Relationship Type="http://schemas.openxmlformats.org/officeDocument/2006/relationships/notesMaster" Target="/ppt/notesMasters/notesMaster1.xml" Id="Rca2289758334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show the four core civil registry modules, how a record moves through the system, and the controls that keep the records available and accountable.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core modules: Birth Certificate, Death Certificate, Marriage Certificate, and Marriage License. They share the same storage, search, review, and security controls, so staff do not need a separate process for each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purpose is simple: keep the record data and its PDF together, make the record easy to find, and show who performed each important action. The application and archive run on the office NAS.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Staff work through the browser. The Synology NAS runs the PHP application and scanner service, while MariaDB stores structured record data and the PDF archive stores uploaded documents. Internet access uses the public URL; local LAN access uses the NAS address and 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record lifecycle. A document is captured, encoded, checked against its PDF, moved through the approval role, and then archived for search. Rejected or reopened records keep their notes and timestamps.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Auto-save is a recovery aid, not the official record. If the browser closes or the laptop restarts, the user can restore the draft; the database record is created only after the Save action succeeds. The default session timeout is 3600 seconds, or 60 minutes of inactivity.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creates the upload path from the certificate type, the event year, and the normalized last name. This gives staff a predictable folder structure while the database remains the authoritative source for the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Epson DS-530 II can send a scan back to the browser, or staff can choose a PDF directly. The file is checked before storage, then OCR suggestions can reduce retyping; the encoder still verifies the original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Search starts with the fields staff already know, such as the name, registry number, date, or location. The comparison viewer keeps the original PDF beside the encoded values so the reviewer can verify before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Rate limiting allows a maximum of five login attempts in the configured five-minute window. Sessions expire after 60 minutes of inactivity by default, and expired pages return to login while expired API calls return an authentication error. Admin, Encoder, and Viewer have different permissions; permanent record deletion is restricted to Admin, and every important action is logged with the user, action, IP address, device, and timestamp. Other controls include bcrypt passwords, CSRF protection, prepared SQL, and MIME/path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Backups provide a return point for both the database and the document archive. SHA-256 makes file changes detectable. When the internet is unavailable, staff can continue through the NAS local address; the public remote URL becomes available again when the connection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start with the dashboard, create a record, show the auto-save behavior, scan or upload the PDF, open Folder Browser, search for the record, and finish with the security log and deletion policy. The closing message is that iScan makes records faster to encode, easier to find, and safer to protect.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52a2369a5746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bbf4220eec43d3" /><Relationship Type="http://schemas.openxmlformats.org/officeDocument/2006/relationships/slideLayout" Target="/ppt/slideLayouts/slideLayout1.xml" Id="Rff56d678992b4b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56d678992b4b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9a56a8adbb4232" /><Relationship Type="http://schemas.openxmlformats.org/officeDocument/2006/relationships/image" Target="/ppt/media/image.png" Id="Raf71eac586bb4745" /><Relationship Type="http://schemas.openxmlformats.org/officeDocument/2006/relationships/notesSlide" Target="/ppt/notesSlides/notesSlide1.xml" Id="R1fdec93441bb46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d3903c6fd04ce7" /><Relationship Type="http://schemas.openxmlformats.org/officeDocument/2006/relationships/notesSlide" Target="/ppt/notesSlides/notesSlide2.xml" Id="R28d23a181fc748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1ca979ec8442b1" /><Relationship Type="http://schemas.openxmlformats.org/officeDocument/2006/relationships/notesSlide" Target="/ppt/notesSlides/notesSlide3.xml" Id="R03b6365070824c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fd7ca908804b75" /><Relationship Type="http://schemas.openxmlformats.org/officeDocument/2006/relationships/notesSlide" Target="/ppt/notesSlides/notesSlide4.xml" Id="R75a25224340f4e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5ac9c8312644dd" /><Relationship Type="http://schemas.openxmlformats.org/officeDocument/2006/relationships/notesSlide" Target="/ppt/notesSlides/notesSlide5.xml" Id="R5ec92559974e40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699a7649ba4e28" /><Relationship Type="http://schemas.openxmlformats.org/officeDocument/2006/relationships/image" Target="/ppt/media/image2.png" Id="R385e71f1c44440af" /><Relationship Type="http://schemas.openxmlformats.org/officeDocument/2006/relationships/notesSlide" Target="/ppt/notesSlides/notesSlide6.xml" Id="R9cc5f7d7bcd34d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49ee7697864f43" /><Relationship Type="http://schemas.openxmlformats.org/officeDocument/2006/relationships/image" Target="/ppt/media/image3.png" Id="R713a715535114b5a" /><Relationship Type="http://schemas.openxmlformats.org/officeDocument/2006/relationships/notesSlide" Target="/ppt/notesSlides/notesSlide7.xml" Id="R4e0cf395d65741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b68845762140e2" /><Relationship Type="http://schemas.openxmlformats.org/officeDocument/2006/relationships/image" Target="/ppt/media/image4.png" Id="R013a257abacf4899" /><Relationship Type="http://schemas.openxmlformats.org/officeDocument/2006/relationships/notesSlide" Target="/ppt/notesSlides/notesSlide8.xml" Id="R67359ad2ce5740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9a1e04b38f4b4a" /><Relationship Type="http://schemas.openxmlformats.org/officeDocument/2006/relationships/notesSlide" Target="/ppt/notesSlides/notesSlide9.xml" Id="Rf17466bc9aa14c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f0d60b08ac437c" /><Relationship Type="http://schemas.openxmlformats.org/officeDocument/2006/relationships/image" Target="/ppt/media/image5.png" Id="R80115e4b0e4e4ea5" /><Relationship Type="http://schemas.openxmlformats.org/officeDocument/2006/relationships/notesSlide" Target="/ppt/notesSlides/notesSlide10.xml" Id="R323a915e554b46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f1b45ffa0d40ac" /><Relationship Type="http://schemas.openxmlformats.org/officeDocument/2006/relationships/image" Target="/ppt/media/image6.png" Id="R36b523cca0b24468" /><Relationship Type="http://schemas.openxmlformats.org/officeDocument/2006/relationships/notesSlide" Target="/ppt/notesSlides/notesSlide11.xml" Id="Rfa5ce2cfd00c4a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64da93969b4f75" /><Relationship Type="http://schemas.openxmlformats.org/officeDocument/2006/relationships/notesSlide" Target="/ppt/notesSlides/notesSlide12.xml" Id="R0fcd254c30954b9e"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F2DF69-ACCC-4466-9B63-6AF4FE146F1D}"/>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oundRect">
            <a:avLst>
              <a:gd name="adj" fmla="val 0"/>
            </a:avLst>
          </a:prstGeom>
          <a:solidFill xmlns:a="http://schemas.openxmlformats.org/drawingml/2006/main">
            <a:srgbClr val="2F6BDE"/>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f71eac586bb4745"/>
          <a:stretch xmlns:a="http://schemas.openxmlformats.org/drawingml/2006/main"/>
        </p:blipFill>
        <p:spPr>
          <a:xfrm xmlns:a="http://schemas.openxmlformats.org/drawingml/2006/main">
            <a:off x="971550" y="1173106"/>
            <a:ext cx="2819400" cy="2797287"/>
          </a:xfrm>
          <a:prstGeom xmlns:a="http://schemas.openxmlformats.org/drawingml/2006/main" prst="roundRect">
            <a:avLst>
              <a:gd name="adj" fmla="val 50000"/>
            </a:avLst>
          </a:prstGeom>
        </p:spPr>
      </p:pic>
      <p:sp>
        <p:nvSpPr>
          <p:cNvPr id="3" name="">
            <a:extLst xmlns:a="http://schemas.openxmlformats.org/drawingml/2006/main">
              <a:ext uri="{FF2B5EF4-FFF2-40B4-BE49-F238E27FC236}">
                <a16:creationId xmlns:a16="http://schemas.microsoft.com/office/drawing/2014/main" id="{369E4D19-4EBB-428F-B253-61A16D142FE7}"/>
              </a:ext>
            </a:extLst>
          </p:cNvPr>
          <p:cNvSpPr>
            <a:spLocks xmlns:a="http://schemas.openxmlformats.org/drawingml/2006/main" noGrp="1"/>
          </p:cNvSpPr>
          <p:nvPr/>
        </p:nvSpPr>
        <p:spPr>
          <a:xfrm xmlns:a="http://schemas.openxmlformats.org/drawingml/2006/main">
            <a:off x="5410200" y="14478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iScan CRDMS</a:t>
            </a:r>
          </a:p>
        </p:txBody>
      </p:sp>
      <p:sp>
        <p:nvSpPr>
          <p:cNvPr id="4" name="">
            <a:extLst xmlns:a="http://schemas.openxmlformats.org/drawingml/2006/main">
              <a:ext uri="{FF2B5EF4-FFF2-40B4-BE49-F238E27FC236}">
                <a16:creationId xmlns:a16="http://schemas.microsoft.com/office/drawing/2014/main" id="{6C48343E-595C-4738-B482-9413FF35893A}"/>
              </a:ext>
            </a:extLst>
          </p:cNvPr>
          <p:cNvSpPr>
            <a:spLocks xmlns:a="http://schemas.openxmlformats.org/drawingml/2006/main" noGrp="1"/>
          </p:cNvSpPr>
          <p:nvPr/>
        </p:nvSpPr>
        <p:spPr>
          <a:xfrm xmlns:a="http://schemas.openxmlformats.org/drawingml/2006/main">
            <a:off x="5448300" y="2238375"/>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
            <a:extLst xmlns:a="http://schemas.openxmlformats.org/drawingml/2006/main">
              <a:ext uri="{FF2B5EF4-FFF2-40B4-BE49-F238E27FC236}">
                <a16:creationId xmlns:a16="http://schemas.microsoft.com/office/drawing/2014/main" id="{460B347F-23A2-4F98-8D5A-5C788200FE8A}"/>
              </a:ext>
            </a:extLst>
          </p:cNvPr>
          <p:cNvSpPr>
            <a:spLocks xmlns:a="http://schemas.openxmlformats.org/drawingml/2006/main" noGrp="1"/>
          </p:cNvSpPr>
          <p:nvPr/>
        </p:nvSpPr>
        <p:spPr>
          <a:xfrm xmlns:a="http://schemas.openxmlformats.org/drawingml/2006/main">
            <a:off x="5448300" y="30480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BFD0E7"/>
                </a:solidFill>
                <a:latin typeface="Arial"/>
                <a:ea typeface="Arial"/>
                <a:cs typeface="Arial"/>
              </a:defRPr>
            </a:pPr>
            <a:r>
              <a:rPr sz="1650">
                <a:solidFill>
                  <a:srgbClr val="BFD0E7"/>
                </a:solidFill>
                <a:latin typeface="Arial"/>
                <a:ea typeface="Arial"/>
                <a:cs typeface="Arial"/>
              </a:rPr>
              <a:t>A concise tour of the four modules, workflow, security, and recovery controls.</a:t>
            </a:r>
          </a:p>
        </p:txBody>
      </p:sp>
      <p:sp>
        <p:nvSpPr>
          <p:cNvPr id="6" name="">
            <a:extLst xmlns:a="http://schemas.openxmlformats.org/drawingml/2006/main">
              <a:ext uri="{FF2B5EF4-FFF2-40B4-BE49-F238E27FC236}">
                <a16:creationId xmlns:a16="http://schemas.microsoft.com/office/drawing/2014/main" id="{B6F9182A-7271-42B7-BDF2-581F051E8C57}"/>
              </a:ext>
            </a:extLst>
          </p:cNvPr>
          <p:cNvSpPr>
            <a:spLocks xmlns:a="http://schemas.openxmlformats.org/drawingml/2006/main" noGrp="1"/>
          </p:cNvSpPr>
          <p:nvPr/>
        </p:nvSpPr>
        <p:spPr>
          <a:xfrm xmlns:a="http://schemas.openxmlformats.org/drawingml/2006/main">
            <a:off x="5448300" y="4095750"/>
            <a:ext cx="3429000" cy="361950"/>
          </a:xfrm>
          <a:prstGeom xmlns:a="http://schemas.openxmlformats.org/drawingml/2006/main" prst="roundRect">
            <a:avLst>
              <a:gd name="adj" fmla="val 42105"/>
            </a:avLst>
          </a:prstGeom>
          <a:solidFill xmlns:a="http://schemas.openxmlformats.org/drawingml/2006/main">
            <a:srgbClr val="17A67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CA7943-A213-4529-BD0F-B0AF3C590DF9}"/>
              </a:ext>
            </a:extLst>
          </p:cNvPr>
          <p:cNvSpPr>
            <a:spLocks xmlns:a="http://schemas.openxmlformats.org/drawingml/2006/main" noGrp="1"/>
          </p:cNvSpPr>
          <p:nvPr/>
        </p:nvSpPr>
        <p:spPr>
          <a:xfrm xmlns:a="http://schemas.openxmlformats.org/drawingml/2006/main">
            <a:off x="5448300" y="40957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
            <a:extLst xmlns:a="http://schemas.openxmlformats.org/drawingml/2006/main">
              <a:ext uri="{FF2B5EF4-FFF2-40B4-BE49-F238E27FC236}">
                <a16:creationId xmlns:a16="http://schemas.microsoft.com/office/drawing/2014/main" id="{1F38717C-C231-42B2-9D39-D330C3FA4079}"/>
              </a:ext>
            </a:extLst>
          </p:cNvPr>
          <p:cNvSpPr>
            <a:spLocks xmlns:a="http://schemas.openxmlformats.org/drawingml/2006/main" noGrp="1"/>
          </p:cNvSpPr>
          <p:nvPr/>
        </p:nvSpPr>
        <p:spPr>
          <a:xfrm xmlns:a="http://schemas.openxmlformats.org/drawingml/2006/main">
            <a:off x="5448300" y="47148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
            <a:extLst xmlns:a="http://schemas.openxmlformats.org/drawingml/2006/main">
              <a:ext uri="{FF2B5EF4-FFF2-40B4-BE49-F238E27FC236}">
                <a16:creationId xmlns:a16="http://schemas.microsoft.com/office/drawing/2014/main" id="{5E90E81A-F431-40D8-A25D-41C05B6F4B31}"/>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
            <a:extLst xmlns:a="http://schemas.openxmlformats.org/drawingml/2006/main">
              <a:ext uri="{FF2B5EF4-FFF2-40B4-BE49-F238E27FC236}">
                <a16:creationId xmlns:a16="http://schemas.microsoft.com/office/drawing/2014/main" id="{390B5F4C-8B55-4A73-9140-2378441FB2BA}"/>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01 / 12</a:t>
            </a:r>
          </a:p>
        </p:txBody>
      </p:sp>
    </p:spTree>
    <p:extLst>
      <p:ext uri="{BB962C8B-B14F-4D97-AF65-F5344CB8AC3E}">
        <p14:creationId xmlns:p14="http://schemas.microsoft.com/office/powerpoint/2010/main" val="416489418"/>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29ACD89-85A4-426D-985E-7BB147D292A6}"/>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
            <a:extLst xmlns:a="http://schemas.openxmlformats.org/drawingml/2006/main">
              <a:ext uri="{FF2B5EF4-FFF2-40B4-BE49-F238E27FC236}">
                <a16:creationId xmlns:a16="http://schemas.microsoft.com/office/drawing/2014/main" id="{3217C9E7-2506-4370-8D7F-4C7C1C75B841}"/>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
            <a:extLst xmlns:a="http://schemas.openxmlformats.org/drawingml/2006/main">
              <a:ext uri="{FF2B5EF4-FFF2-40B4-BE49-F238E27FC236}">
                <a16:creationId xmlns:a16="http://schemas.microsoft.com/office/drawing/2014/main" id="{AB6A99E7-6078-42E4-95ED-9E78370C7B40}"/>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EABD2A-E85D-447D-BFF4-2BA92CB7136E}"/>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Each module uses the same controlled record workflow.</a:t>
            </a:r>
          </a:p>
        </p:txBody>
      </p:sp>
      <p:sp>
        <p:nvSpPr>
          <p:cNvPr id="5" name="">
            <a:extLst xmlns:a="http://schemas.openxmlformats.org/drawingml/2006/main">
              <a:ext uri="{FF2B5EF4-FFF2-40B4-BE49-F238E27FC236}">
                <a16:creationId xmlns:a16="http://schemas.microsoft.com/office/drawing/2014/main" id="{FE9EF42F-AEB6-4A78-A063-C9EA8C738317}"/>
              </a:ext>
            </a:extLst>
          </p:cNvPr>
          <p:cNvSpPr>
            <a:spLocks xmlns:a="http://schemas.openxmlformats.org/drawingml/2006/main" noGrp="1"/>
          </p:cNvSpPr>
          <p:nvPr/>
        </p:nvSpPr>
        <p:spPr>
          <a:xfrm xmlns:a="http://schemas.openxmlformats.org/drawingml/2006/main">
            <a:off x="666750" y="2286000"/>
            <a:ext cx="514350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D8E1ED"/>
            </a:solidFill>
          </a:ln>
        </p:spPr>
      </p:sp>
      <p:sp>
        <p:nvSpPr>
          <p:cNvPr id="6" name="">
            <a:extLst xmlns:a="http://schemas.openxmlformats.org/drawingml/2006/main">
              <a:ext uri="{FF2B5EF4-FFF2-40B4-BE49-F238E27FC236}">
                <a16:creationId xmlns:a16="http://schemas.microsoft.com/office/drawing/2014/main" id="{DD2929D9-DF7D-40EB-8DAC-08C84E7743A8}"/>
              </a:ext>
            </a:extLst>
          </p:cNvPr>
          <p:cNvSpPr>
            <a:spLocks xmlns:a="http://schemas.openxmlformats.org/drawingml/2006/main" noGrp="1"/>
          </p:cNvSpPr>
          <p:nvPr/>
        </p:nvSpPr>
        <p:spPr>
          <a:xfrm xmlns:a="http://schemas.openxmlformats.org/drawingml/2006/main">
            <a:off x="895350" y="2552700"/>
            <a:ext cx="571500" cy="571500"/>
          </a:xfrm>
          <a:prstGeom xmlns:a="http://schemas.openxmlformats.org/drawingml/2006/main" prst="roundRect">
            <a:avLst>
              <a:gd name="adj" fmla="val 26667"/>
            </a:avLst>
          </a:prstGeom>
          <a:solidFill xmlns:a="http://schemas.openxmlformats.org/drawingml/2006/main">
            <a:srgbClr val="2F6B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E164F1-670E-431F-A7B2-E241AD78E7C8}"/>
              </a:ext>
            </a:extLst>
          </p:cNvPr>
          <p:cNvSpPr>
            <a:spLocks xmlns:a="http://schemas.openxmlformats.org/drawingml/2006/main" noGrp="1"/>
          </p:cNvSpPr>
          <p:nvPr/>
        </p:nvSpPr>
        <p:spPr>
          <a:xfrm xmlns:a="http://schemas.openxmlformats.org/drawingml/2006/main">
            <a:off x="895350" y="2552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0360E32-CDF5-4458-A429-D9609334C601}"/>
              </a:ext>
            </a:extLst>
          </p:cNvPr>
          <p:cNvSpPr>
            <a:spLocks xmlns:a="http://schemas.openxmlformats.org/drawingml/2006/main" noGrp="1"/>
          </p:cNvSpPr>
          <p:nvPr/>
        </p:nvSpPr>
        <p:spPr>
          <a:xfrm xmlns:a="http://schemas.openxmlformats.org/drawingml/2006/main">
            <a:off x="1733550" y="25527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
            <a:extLst xmlns:a="http://schemas.openxmlformats.org/drawingml/2006/main">
              <a:ext uri="{FF2B5EF4-FFF2-40B4-BE49-F238E27FC236}">
                <a16:creationId xmlns:a16="http://schemas.microsoft.com/office/drawing/2014/main" id="{B40D9331-4632-423F-9F4C-98DBA03AF5D3}"/>
              </a:ext>
            </a:extLst>
          </p:cNvPr>
          <p:cNvSpPr>
            <a:spLocks xmlns:a="http://schemas.openxmlformats.org/drawingml/2006/main" noGrp="1"/>
          </p:cNvSpPr>
          <p:nvPr/>
        </p:nvSpPr>
        <p:spPr>
          <a:xfrm xmlns:a="http://schemas.openxmlformats.org/drawingml/2006/main">
            <a:off x="1733550" y="29337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C80"/>
                </a:solidFill>
                <a:latin typeface="Arial"/>
                <a:ea typeface="Arial"/>
                <a:cs typeface="Arial"/>
              </a:defRPr>
            </a:pPr>
            <a:r>
              <a:rPr sz="1275">
                <a:solidFill>
                  <a:srgbClr val="5E6C80"/>
                </a:solidFill>
                <a:latin typeface="Arial"/>
                <a:ea typeface="Arial"/>
                <a:cs typeface="Arial"/>
              </a:rPr>
              <a:t>Capture birth records and their scanned PDF.</a:t>
            </a:r>
          </a:p>
        </p:txBody>
      </p:sp>
      <p:sp>
        <p:nvSpPr>
          <p:cNvPr id="10" name="">
            <a:extLst xmlns:a="http://schemas.openxmlformats.org/drawingml/2006/main">
              <a:ext uri="{FF2B5EF4-FFF2-40B4-BE49-F238E27FC236}">
                <a16:creationId xmlns:a16="http://schemas.microsoft.com/office/drawing/2014/main" id="{7D2FAE85-C0E1-456F-9E1B-46677F5CA94A}"/>
              </a:ext>
            </a:extLst>
          </p:cNvPr>
          <p:cNvSpPr>
            <a:spLocks xmlns:a="http://schemas.openxmlformats.org/drawingml/2006/main" noGrp="1"/>
          </p:cNvSpPr>
          <p:nvPr/>
        </p:nvSpPr>
        <p:spPr>
          <a:xfrm xmlns:a="http://schemas.openxmlformats.org/drawingml/2006/main">
            <a:off x="6286500" y="2286000"/>
            <a:ext cx="514350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D8E1ED"/>
            </a:solidFill>
          </a:ln>
        </p:spPr>
      </p:sp>
      <p:sp>
        <p:nvSpPr>
          <p:cNvPr id="11" name="">
            <a:extLst xmlns:a="http://schemas.openxmlformats.org/drawingml/2006/main">
              <a:ext uri="{FF2B5EF4-FFF2-40B4-BE49-F238E27FC236}">
                <a16:creationId xmlns:a16="http://schemas.microsoft.com/office/drawing/2014/main" id="{9D5AFEDA-E956-4474-A761-6547042105E5}"/>
              </a:ext>
            </a:extLst>
          </p:cNvPr>
          <p:cNvSpPr>
            <a:spLocks xmlns:a="http://schemas.openxmlformats.org/drawingml/2006/main" noGrp="1"/>
          </p:cNvSpPr>
          <p:nvPr/>
        </p:nvSpPr>
        <p:spPr>
          <a:xfrm xmlns:a="http://schemas.openxmlformats.org/drawingml/2006/main">
            <a:off x="6515100" y="2552700"/>
            <a:ext cx="571500" cy="571500"/>
          </a:xfrm>
          <a:prstGeom xmlns:a="http://schemas.openxmlformats.org/drawingml/2006/main" prst="roundRect">
            <a:avLst>
              <a:gd name="adj" fmla="val 26667"/>
            </a:avLst>
          </a:prstGeom>
          <a:solidFill xmlns:a="http://schemas.openxmlformats.org/drawingml/2006/main">
            <a:srgbClr val="17A67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870C81-2E41-4B4D-B3E5-8DC1D7053888}"/>
              </a:ext>
            </a:extLst>
          </p:cNvPr>
          <p:cNvSpPr>
            <a:spLocks xmlns:a="http://schemas.openxmlformats.org/drawingml/2006/main" noGrp="1"/>
          </p:cNvSpPr>
          <p:nvPr/>
        </p:nvSpPr>
        <p:spPr>
          <a:xfrm xmlns:a="http://schemas.openxmlformats.org/drawingml/2006/main">
            <a:off x="6515100" y="2552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E1403A11-1F8F-4B44-9C48-3B33814AFACC}"/>
              </a:ext>
            </a:extLst>
          </p:cNvPr>
          <p:cNvSpPr>
            <a:spLocks xmlns:a="http://schemas.openxmlformats.org/drawingml/2006/main" noGrp="1"/>
          </p:cNvSpPr>
          <p:nvPr/>
        </p:nvSpPr>
        <p:spPr>
          <a:xfrm xmlns:a="http://schemas.openxmlformats.org/drawingml/2006/main">
            <a:off x="7353300" y="25527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
            <a:extLst xmlns:a="http://schemas.openxmlformats.org/drawingml/2006/main">
              <a:ext uri="{FF2B5EF4-FFF2-40B4-BE49-F238E27FC236}">
                <a16:creationId xmlns:a16="http://schemas.microsoft.com/office/drawing/2014/main" id="{E2734268-6015-4E32-A78B-B4D9A10525ED}"/>
              </a:ext>
            </a:extLst>
          </p:cNvPr>
          <p:cNvSpPr>
            <a:spLocks xmlns:a="http://schemas.openxmlformats.org/drawingml/2006/main" noGrp="1"/>
          </p:cNvSpPr>
          <p:nvPr/>
        </p:nvSpPr>
        <p:spPr>
          <a:xfrm xmlns:a="http://schemas.openxmlformats.org/drawingml/2006/main">
            <a:off x="7353300" y="29337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C80"/>
                </a:solidFill>
                <a:latin typeface="Arial"/>
                <a:ea typeface="Arial"/>
                <a:cs typeface="Arial"/>
              </a:defRPr>
            </a:pPr>
            <a:r>
              <a:rPr sz="1275">
                <a:solidFill>
                  <a:srgbClr val="5E6C80"/>
                </a:solidFill>
                <a:latin typeface="Arial"/>
                <a:ea typeface="Arial"/>
                <a:cs typeface="Arial"/>
              </a:rPr>
              <a:t>Encode death records and supporting documents.</a:t>
            </a:r>
          </a:p>
        </p:txBody>
      </p:sp>
      <p:sp>
        <p:nvSpPr>
          <p:cNvPr id="15" name="">
            <a:extLst xmlns:a="http://schemas.openxmlformats.org/drawingml/2006/main">
              <a:ext uri="{FF2B5EF4-FFF2-40B4-BE49-F238E27FC236}">
                <a16:creationId xmlns:a16="http://schemas.microsoft.com/office/drawing/2014/main" id="{A066FAB1-622B-45E4-9E72-1812FA04AF7D}"/>
              </a:ext>
            </a:extLst>
          </p:cNvPr>
          <p:cNvSpPr>
            <a:spLocks xmlns:a="http://schemas.openxmlformats.org/drawingml/2006/main" noGrp="1"/>
          </p:cNvSpPr>
          <p:nvPr/>
        </p:nvSpPr>
        <p:spPr>
          <a:xfrm xmlns:a="http://schemas.openxmlformats.org/drawingml/2006/main">
            <a:off x="666750" y="3952875"/>
            <a:ext cx="514350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D8E1ED"/>
            </a:solidFill>
          </a:ln>
        </p:spPr>
      </p:sp>
      <p:sp>
        <p:nvSpPr>
          <p:cNvPr id="16" name="">
            <a:extLst xmlns:a="http://schemas.openxmlformats.org/drawingml/2006/main">
              <a:ext uri="{FF2B5EF4-FFF2-40B4-BE49-F238E27FC236}">
                <a16:creationId xmlns:a16="http://schemas.microsoft.com/office/drawing/2014/main" id="{73CD8149-8EF1-4CDA-8CAA-89B392495949}"/>
              </a:ext>
            </a:extLst>
          </p:cNvPr>
          <p:cNvSpPr>
            <a:spLocks xmlns:a="http://schemas.openxmlformats.org/drawingml/2006/main" noGrp="1"/>
          </p:cNvSpPr>
          <p:nvPr/>
        </p:nvSpPr>
        <p:spPr>
          <a:xfrm xmlns:a="http://schemas.openxmlformats.org/drawingml/2006/main">
            <a:off x="895350" y="4219575"/>
            <a:ext cx="571500" cy="571500"/>
          </a:xfrm>
          <a:prstGeom xmlns:a="http://schemas.openxmlformats.org/drawingml/2006/main" prst="roundRect">
            <a:avLst>
              <a:gd name="adj" fmla="val 26667"/>
            </a:avLst>
          </a:prstGeom>
          <a:solidFill xmlns:a="http://schemas.openxmlformats.org/drawingml/2006/main">
            <a:srgbClr val="7B61D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6F8DA9-F689-46B6-B4F9-60E4B770C690}"/>
              </a:ext>
            </a:extLst>
          </p:cNvPr>
          <p:cNvSpPr>
            <a:spLocks xmlns:a="http://schemas.openxmlformats.org/drawingml/2006/main" noGrp="1"/>
          </p:cNvSpPr>
          <p:nvPr/>
        </p:nvSpPr>
        <p:spPr>
          <a:xfrm xmlns:a="http://schemas.openxmlformats.org/drawingml/2006/main">
            <a:off x="895350" y="42195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8244945-9758-4811-8122-4985790C2B25}"/>
              </a:ext>
            </a:extLst>
          </p:cNvPr>
          <p:cNvSpPr>
            <a:spLocks xmlns:a="http://schemas.openxmlformats.org/drawingml/2006/main" noGrp="1"/>
          </p:cNvSpPr>
          <p:nvPr/>
        </p:nvSpPr>
        <p:spPr>
          <a:xfrm xmlns:a="http://schemas.openxmlformats.org/drawingml/2006/main">
            <a:off x="1733550" y="42195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
            <a:extLst xmlns:a="http://schemas.openxmlformats.org/drawingml/2006/main">
              <a:ext uri="{FF2B5EF4-FFF2-40B4-BE49-F238E27FC236}">
                <a16:creationId xmlns:a16="http://schemas.microsoft.com/office/drawing/2014/main" id="{40DFC3E7-0E3F-4BFD-8BAF-1FFC3D732104}"/>
              </a:ext>
            </a:extLst>
          </p:cNvPr>
          <p:cNvSpPr>
            <a:spLocks xmlns:a="http://schemas.openxmlformats.org/drawingml/2006/main" noGrp="1"/>
          </p:cNvSpPr>
          <p:nvPr/>
        </p:nvSpPr>
        <p:spPr>
          <a:xfrm xmlns:a="http://schemas.openxmlformats.org/drawingml/2006/main">
            <a:off x="1733550" y="460057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C80"/>
                </a:solidFill>
                <a:latin typeface="Arial"/>
                <a:ea typeface="Arial"/>
                <a:cs typeface="Arial"/>
              </a:defRPr>
            </a:pPr>
            <a:r>
              <a:rPr sz="1275">
                <a:solidFill>
                  <a:srgbClr val="5E6C80"/>
                </a:solidFill>
                <a:latin typeface="Arial"/>
                <a:ea typeface="Arial"/>
                <a:cs typeface="Arial"/>
              </a:rPr>
              <a:t>Manage marriage records and verification.</a:t>
            </a:r>
          </a:p>
        </p:txBody>
      </p:sp>
      <p:sp>
        <p:nvSpPr>
          <p:cNvPr id="20" name="">
            <a:extLst xmlns:a="http://schemas.openxmlformats.org/drawingml/2006/main">
              <a:ext uri="{FF2B5EF4-FFF2-40B4-BE49-F238E27FC236}">
                <a16:creationId xmlns:a16="http://schemas.microsoft.com/office/drawing/2014/main" id="{75FA16EF-7979-4B75-87ED-A8A25C1D8454}"/>
              </a:ext>
            </a:extLst>
          </p:cNvPr>
          <p:cNvSpPr>
            <a:spLocks xmlns:a="http://schemas.openxmlformats.org/drawingml/2006/main" noGrp="1"/>
          </p:cNvSpPr>
          <p:nvPr/>
        </p:nvSpPr>
        <p:spPr>
          <a:xfrm xmlns:a="http://schemas.openxmlformats.org/drawingml/2006/main">
            <a:off x="6286500" y="3952875"/>
            <a:ext cx="514350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D8E1ED"/>
            </a:solidFill>
          </a:ln>
        </p:spPr>
      </p:sp>
      <p:sp>
        <p:nvSpPr>
          <p:cNvPr id="21" name="">
            <a:extLst xmlns:a="http://schemas.openxmlformats.org/drawingml/2006/main">
              <a:ext uri="{FF2B5EF4-FFF2-40B4-BE49-F238E27FC236}">
                <a16:creationId xmlns:a16="http://schemas.microsoft.com/office/drawing/2014/main" id="{7EDF10AB-90B5-4DA9-825B-920FC609E7FA}"/>
              </a:ext>
            </a:extLst>
          </p:cNvPr>
          <p:cNvSpPr>
            <a:spLocks xmlns:a="http://schemas.openxmlformats.org/drawingml/2006/main" noGrp="1"/>
          </p:cNvSpPr>
          <p:nvPr/>
        </p:nvSpPr>
        <p:spPr>
          <a:xfrm xmlns:a="http://schemas.openxmlformats.org/drawingml/2006/main">
            <a:off x="6515100" y="4219575"/>
            <a:ext cx="571500" cy="571500"/>
          </a:xfrm>
          <a:prstGeom xmlns:a="http://schemas.openxmlformats.org/drawingml/2006/main" prst="roundRect">
            <a:avLst>
              <a:gd name="adj" fmla="val 26667"/>
            </a:avLst>
          </a:prstGeom>
          <a:solidFill xmlns:a="http://schemas.openxmlformats.org/drawingml/2006/main">
            <a:srgbClr val="F6B63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7CA56C-D662-4FD6-BFE2-A6C79C6A2C31}"/>
              </a:ext>
            </a:extLst>
          </p:cNvPr>
          <p:cNvSpPr>
            <a:spLocks xmlns:a="http://schemas.openxmlformats.org/drawingml/2006/main" noGrp="1"/>
          </p:cNvSpPr>
          <p:nvPr/>
        </p:nvSpPr>
        <p:spPr>
          <a:xfrm xmlns:a="http://schemas.openxmlformats.org/drawingml/2006/main">
            <a:off x="6515100" y="42195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15F71099-5D89-4E8D-9B4B-097BCA386577}"/>
              </a:ext>
            </a:extLst>
          </p:cNvPr>
          <p:cNvSpPr>
            <a:spLocks xmlns:a="http://schemas.openxmlformats.org/drawingml/2006/main" noGrp="1"/>
          </p:cNvSpPr>
          <p:nvPr/>
        </p:nvSpPr>
        <p:spPr>
          <a:xfrm xmlns:a="http://schemas.openxmlformats.org/drawingml/2006/main">
            <a:off x="7353300" y="42195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
            <a:extLst xmlns:a="http://schemas.openxmlformats.org/drawingml/2006/main">
              <a:ext uri="{FF2B5EF4-FFF2-40B4-BE49-F238E27FC236}">
                <a16:creationId xmlns:a16="http://schemas.microsoft.com/office/drawing/2014/main" id="{40059069-A3AB-47D6-B865-8F9DB0140D1E}"/>
              </a:ext>
            </a:extLst>
          </p:cNvPr>
          <p:cNvSpPr>
            <a:spLocks xmlns:a="http://schemas.openxmlformats.org/drawingml/2006/main" noGrp="1"/>
          </p:cNvSpPr>
          <p:nvPr/>
        </p:nvSpPr>
        <p:spPr>
          <a:xfrm xmlns:a="http://schemas.openxmlformats.org/drawingml/2006/main">
            <a:off x="7353300" y="460057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C80"/>
                </a:solidFill>
                <a:latin typeface="Arial"/>
                <a:ea typeface="Arial"/>
                <a:cs typeface="Arial"/>
              </a:defRPr>
            </a:pPr>
            <a:r>
              <a:rPr sz="1275">
                <a:solidFill>
                  <a:srgbClr val="5E6C80"/>
                </a:solidFill>
                <a:latin typeface="Arial"/>
                <a:ea typeface="Arial"/>
                <a:cs typeface="Arial"/>
              </a:rPr>
              <a:t>Process marriage license applications.</a:t>
            </a:r>
          </a:p>
        </p:txBody>
      </p:sp>
      <p:sp>
        <p:nvSpPr>
          <p:cNvPr id="25" name="">
            <a:extLst xmlns:a="http://schemas.openxmlformats.org/drawingml/2006/main">
              <a:ext uri="{FF2B5EF4-FFF2-40B4-BE49-F238E27FC236}">
                <a16:creationId xmlns:a16="http://schemas.microsoft.com/office/drawing/2014/main" id="{FF4DE8D3-5253-43C3-BE2C-2BCF5A4A5BB0}"/>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6" name="">
            <a:extLst xmlns:a="http://schemas.openxmlformats.org/drawingml/2006/main">
              <a:ext uri="{FF2B5EF4-FFF2-40B4-BE49-F238E27FC236}">
                <a16:creationId xmlns:a16="http://schemas.microsoft.com/office/drawing/2014/main" id="{D6726FE6-73C1-4BA2-B4BE-B64FC810C032}"/>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02 / 12</a:t>
            </a:r>
          </a:p>
        </p:txBody>
      </p:sp>
    </p:spTree>
    <p:extLst>
      <p:ext uri="{BB962C8B-B14F-4D97-AF65-F5344CB8AC3E}">
        <p14:creationId xmlns:p14="http://schemas.microsoft.com/office/powerpoint/2010/main" val="1754652535"/>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600CB22-1DE1-4F35-89EC-DBBDF0E6BFB7}"/>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C77D67E5-E310-4B44-B04B-CA7387B34745}"/>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What problem does iScan solve?</a:t>
            </a:r>
          </a:p>
        </p:txBody>
      </p:sp>
      <p:sp>
        <p:nvSpPr>
          <p:cNvPr id="3" name="">
            <a:extLst xmlns:a="http://schemas.openxmlformats.org/drawingml/2006/main">
              <a:ext uri="{FF2B5EF4-FFF2-40B4-BE49-F238E27FC236}">
                <a16:creationId xmlns:a16="http://schemas.microsoft.com/office/drawing/2014/main" id="{31B69E3D-8E41-48F6-865E-902A9967AEF2}"/>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1C74F9-8BBE-44AB-AFA8-3BF18A974DF4}"/>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It turns scattered paper and PDF handling into one accountable workflow.</a:t>
            </a:r>
          </a:p>
        </p:txBody>
      </p:sp>
      <p:sp>
        <p:nvSpPr>
          <p:cNvPr id="5" name="">
            <a:extLst xmlns:a="http://schemas.openxmlformats.org/drawingml/2006/main">
              <a:ext uri="{FF2B5EF4-FFF2-40B4-BE49-F238E27FC236}">
                <a16:creationId xmlns:a16="http://schemas.microsoft.com/office/drawing/2014/main" id="{491D6FD7-2CDD-4642-9727-E8E8CB45FD00}"/>
              </a:ext>
            </a:extLst>
          </p:cNvPr>
          <p:cNvSpPr>
            <a:spLocks xmlns:a="http://schemas.openxmlformats.org/drawingml/2006/main" noGrp="1"/>
          </p:cNvSpPr>
          <p:nvPr/>
        </p:nvSpPr>
        <p:spPr>
          <a:xfrm xmlns:a="http://schemas.openxmlformats.org/drawingml/2006/main">
            <a:off x="666750" y="2266950"/>
            <a:ext cx="4762500" cy="2952750"/>
          </a:xfrm>
          <a:prstGeom xmlns:a="http://schemas.openxmlformats.org/drawingml/2006/main" prst="roundRect">
            <a:avLst>
              <a:gd name="adj" fmla="val 5806"/>
            </a:avLst>
          </a:prstGeom>
          <a:solidFill xmlns:a="http://schemas.openxmlformats.org/drawingml/2006/main">
            <a:srgbClr val="FFF4F0"/>
          </a:solidFill>
          <a:ln xmlns:a="http://schemas.openxmlformats.org/drawingml/2006/main" w="19050">
            <a:solidFill>
              <a:srgbClr val="F3A28D"/>
            </a:solidFill>
          </a:ln>
        </p:spPr>
      </p:sp>
      <p:sp>
        <p:nvSpPr>
          <p:cNvPr id="6" name="">
            <a:extLst xmlns:a="http://schemas.openxmlformats.org/drawingml/2006/main">
              <a:ext uri="{FF2B5EF4-FFF2-40B4-BE49-F238E27FC236}">
                <a16:creationId xmlns:a16="http://schemas.microsoft.com/office/drawing/2014/main" id="{28E19773-5D17-4BD0-A5DB-50CD047EDC9E}"/>
              </a:ext>
            </a:extLst>
          </p:cNvPr>
          <p:cNvSpPr>
            <a:spLocks xmlns:a="http://schemas.openxmlformats.org/drawingml/2006/main" noGrp="1"/>
          </p:cNvSpPr>
          <p:nvPr/>
        </p:nvSpPr>
        <p:spPr>
          <a:xfrm xmlns:a="http://schemas.openxmlformats.org/drawingml/2006/main">
            <a:off x="1028700" y="25717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A63C2B"/>
                </a:solidFill>
                <a:latin typeface="Arial"/>
                <a:ea typeface="Arial"/>
                <a:cs typeface="Arial"/>
              </a:defRPr>
            </a:pPr>
            <a:r>
              <a:rPr sz="2100" b="1">
                <a:solidFill>
                  <a:srgbClr val="A63C2B"/>
                </a:solidFill>
                <a:latin typeface="Arial"/>
                <a:ea typeface="Arial"/>
                <a:cs typeface="Arial"/>
              </a:rPr>
              <a:t>Before</a:t>
            </a:r>
          </a:p>
        </p:txBody>
      </p:sp>
      <p:sp>
        <p:nvSpPr>
          <p:cNvPr id="7" name="">
            <a:extLst xmlns:a="http://schemas.openxmlformats.org/drawingml/2006/main">
              <a:ext uri="{FF2B5EF4-FFF2-40B4-BE49-F238E27FC236}">
                <a16:creationId xmlns:a16="http://schemas.microsoft.com/office/drawing/2014/main" id="{12E94F42-A2F3-404C-B862-25EF90716A42}"/>
              </a:ext>
            </a:extLst>
          </p:cNvPr>
          <p:cNvSpPr>
            <a:spLocks xmlns:a="http://schemas.openxmlformats.org/drawingml/2006/main" noGrp="1"/>
          </p:cNvSpPr>
          <p:nvPr/>
        </p:nvSpPr>
        <p:spPr>
          <a:xfrm xmlns:a="http://schemas.openxmlformats.org/drawingml/2006/main">
            <a:off x="1028700" y="31432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67332C"/>
                </a:solidFill>
                <a:latin typeface="Arial"/>
                <a:ea typeface="Arial"/>
                <a:cs typeface="Arial"/>
              </a:defRPr>
            </a:pPr>
            <a:r>
              <a:rPr sz="1425">
                <a:solidFill>
                  <a:srgbClr val="67332C"/>
                </a:solidFill>
                <a:latin typeface="Arial"/>
                <a:ea typeface="Arial"/>
                <a:cs typeface="Arial"/>
              </a:rPr>
              <a:t>• Paper files are slow to locate.</a:t>
            </a:r>
          </a:p>
        </p:txBody>
      </p:sp>
      <p:sp>
        <p:nvSpPr>
          <p:cNvPr id="8" name="">
            <a:extLst xmlns:a="http://schemas.openxmlformats.org/drawingml/2006/main">
              <a:ext uri="{FF2B5EF4-FFF2-40B4-BE49-F238E27FC236}">
                <a16:creationId xmlns:a16="http://schemas.microsoft.com/office/drawing/2014/main" id="{6DAE17F5-A260-41EB-AE64-C7C446884FCF}"/>
              </a:ext>
            </a:extLst>
          </p:cNvPr>
          <p:cNvSpPr>
            <a:spLocks xmlns:a="http://schemas.openxmlformats.org/drawingml/2006/main" noGrp="1"/>
          </p:cNvSpPr>
          <p:nvPr/>
        </p:nvSpPr>
        <p:spPr>
          <a:xfrm xmlns:a="http://schemas.openxmlformats.org/drawingml/2006/main">
            <a:off x="1028700" y="36385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67332C"/>
                </a:solidFill>
                <a:latin typeface="Arial"/>
                <a:ea typeface="Arial"/>
                <a:cs typeface="Arial"/>
              </a:defRPr>
            </a:pPr>
            <a:r>
              <a:rPr sz="1425">
                <a:solidFill>
                  <a:srgbClr val="67332C"/>
                </a:solidFill>
                <a:latin typeface="Arial"/>
                <a:ea typeface="Arial"/>
                <a:cs typeface="Arial"/>
              </a:rPr>
              <a:t>• PDFs and record data can be separated.</a:t>
            </a:r>
          </a:p>
        </p:txBody>
      </p:sp>
      <p:sp>
        <p:nvSpPr>
          <p:cNvPr id="9" name="">
            <a:extLst xmlns:a="http://schemas.openxmlformats.org/drawingml/2006/main">
              <a:ext uri="{FF2B5EF4-FFF2-40B4-BE49-F238E27FC236}">
                <a16:creationId xmlns:a16="http://schemas.microsoft.com/office/drawing/2014/main" id="{8F48A09C-48EC-48A1-9132-77D3D84C8D02}"/>
              </a:ext>
            </a:extLst>
          </p:cNvPr>
          <p:cNvSpPr>
            <a:spLocks xmlns:a="http://schemas.openxmlformats.org/drawingml/2006/main" noGrp="1"/>
          </p:cNvSpPr>
          <p:nvPr/>
        </p:nvSpPr>
        <p:spPr>
          <a:xfrm xmlns:a="http://schemas.openxmlformats.org/drawingml/2006/main">
            <a:off x="1028700" y="41338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67332C"/>
                </a:solidFill>
                <a:latin typeface="Arial"/>
                <a:ea typeface="Arial"/>
                <a:cs typeface="Arial"/>
              </a:defRPr>
            </a:pPr>
            <a:r>
              <a:rPr sz="1425">
                <a:solidFill>
                  <a:srgbClr val="67332C"/>
                </a:solidFill>
                <a:latin typeface="Arial"/>
                <a:ea typeface="Arial"/>
                <a:cs typeface="Arial"/>
              </a:rPr>
              <a:t>• Actions are difficult to trace.</a:t>
            </a:r>
          </a:p>
        </p:txBody>
      </p:sp>
      <p:sp>
        <p:nvSpPr>
          <p:cNvPr id="10" name="">
            <a:extLst xmlns:a="http://schemas.openxmlformats.org/drawingml/2006/main">
              <a:ext uri="{FF2B5EF4-FFF2-40B4-BE49-F238E27FC236}">
                <a16:creationId xmlns:a16="http://schemas.microsoft.com/office/drawing/2014/main" id="{039F6AB0-00F9-4289-98E3-31E484F5C2C9}"/>
              </a:ext>
            </a:extLst>
          </p:cNvPr>
          <p:cNvSpPr>
            <a:spLocks xmlns:a="http://schemas.openxmlformats.org/drawingml/2006/main" noGrp="1"/>
          </p:cNvSpPr>
          <p:nvPr/>
        </p:nvSpPr>
        <p:spPr>
          <a:xfrm xmlns:a="http://schemas.openxmlformats.org/drawingml/2006/main">
            <a:off x="6762750" y="2266950"/>
            <a:ext cx="4762500" cy="2952750"/>
          </a:xfrm>
          <a:prstGeom xmlns:a="http://schemas.openxmlformats.org/drawingml/2006/main" prst="roundRect">
            <a:avLst>
              <a:gd name="adj" fmla="val 5806"/>
            </a:avLst>
          </a:prstGeom>
          <a:solidFill xmlns:a="http://schemas.openxmlformats.org/drawingml/2006/main">
            <a:srgbClr val="E9F8F1"/>
          </a:solidFill>
          <a:ln xmlns:a="http://schemas.openxmlformats.org/drawingml/2006/main" w="19050">
            <a:solidFill>
              <a:srgbClr val="17A673"/>
            </a:solidFill>
          </a:ln>
        </p:spPr>
      </p:sp>
      <p:sp>
        <p:nvSpPr>
          <p:cNvPr id="11" name="">
            <a:extLst xmlns:a="http://schemas.openxmlformats.org/drawingml/2006/main">
              <a:ext uri="{FF2B5EF4-FFF2-40B4-BE49-F238E27FC236}">
                <a16:creationId xmlns:a16="http://schemas.microsoft.com/office/drawing/2014/main" id="{E4AF9204-E314-40A7-A442-EDF88698C1A7}"/>
              </a:ext>
            </a:extLst>
          </p:cNvPr>
          <p:cNvSpPr>
            <a:spLocks xmlns:a="http://schemas.openxmlformats.org/drawingml/2006/main" noGrp="1"/>
          </p:cNvSpPr>
          <p:nvPr/>
        </p:nvSpPr>
        <p:spPr>
          <a:xfrm xmlns:a="http://schemas.openxmlformats.org/drawingml/2006/main">
            <a:off x="7124700" y="25717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087B55"/>
                </a:solidFill>
                <a:latin typeface="Arial"/>
                <a:ea typeface="Arial"/>
                <a:cs typeface="Arial"/>
              </a:defRPr>
            </a:pPr>
            <a:r>
              <a:rPr sz="2100" b="1">
                <a:solidFill>
                  <a:srgbClr val="087B55"/>
                </a:solidFill>
                <a:latin typeface="Arial"/>
                <a:ea typeface="Arial"/>
                <a:cs typeface="Arial"/>
              </a:rPr>
              <a:t>With iScan</a:t>
            </a:r>
          </a:p>
        </p:txBody>
      </p:sp>
      <p:sp>
        <p:nvSpPr>
          <p:cNvPr id="12" name="">
            <a:extLst xmlns:a="http://schemas.openxmlformats.org/drawingml/2006/main">
              <a:ext uri="{FF2B5EF4-FFF2-40B4-BE49-F238E27FC236}">
                <a16:creationId xmlns:a16="http://schemas.microsoft.com/office/drawing/2014/main" id="{3A12F453-E6BE-4870-A157-9E5BA61B0869}"/>
              </a:ext>
            </a:extLst>
          </p:cNvPr>
          <p:cNvSpPr>
            <a:spLocks xmlns:a="http://schemas.openxmlformats.org/drawingml/2006/main" noGrp="1"/>
          </p:cNvSpPr>
          <p:nvPr/>
        </p:nvSpPr>
        <p:spPr>
          <a:xfrm xmlns:a="http://schemas.openxmlformats.org/drawingml/2006/main">
            <a:off x="7124700" y="31432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55C47"/>
                </a:solidFill>
                <a:latin typeface="Arial"/>
                <a:ea typeface="Arial"/>
                <a:cs typeface="Arial"/>
              </a:defRPr>
            </a:pPr>
            <a:r>
              <a:rPr sz="1425">
                <a:solidFill>
                  <a:srgbClr val="155C47"/>
                </a:solidFill>
                <a:latin typeface="Arial"/>
                <a:ea typeface="Arial"/>
                <a:cs typeface="Arial"/>
              </a:rPr>
              <a:t>• Records are searchable by key fields.</a:t>
            </a:r>
          </a:p>
        </p:txBody>
      </p:sp>
      <p:sp>
        <p:nvSpPr>
          <p:cNvPr id="13" name="">
            <a:extLst xmlns:a="http://schemas.openxmlformats.org/drawingml/2006/main">
              <a:ext uri="{FF2B5EF4-FFF2-40B4-BE49-F238E27FC236}">
                <a16:creationId xmlns:a16="http://schemas.microsoft.com/office/drawing/2014/main" id="{E91CCCD3-6858-4946-AA61-1FD686C1587D}"/>
              </a:ext>
            </a:extLst>
          </p:cNvPr>
          <p:cNvSpPr>
            <a:spLocks xmlns:a="http://schemas.openxmlformats.org/drawingml/2006/main" noGrp="1"/>
          </p:cNvSpPr>
          <p:nvPr/>
        </p:nvSpPr>
        <p:spPr>
          <a:xfrm xmlns:a="http://schemas.openxmlformats.org/drawingml/2006/main">
            <a:off x="7124700" y="36385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55C47"/>
                </a:solidFill>
                <a:latin typeface="Arial"/>
                <a:ea typeface="Arial"/>
                <a:cs typeface="Arial"/>
              </a:defRPr>
            </a:pPr>
            <a:r>
              <a:rPr sz="1425">
                <a:solidFill>
                  <a:srgbClr val="155C47"/>
                </a:solidFill>
                <a:latin typeface="Arial"/>
                <a:ea typeface="Arial"/>
                <a:cs typeface="Arial"/>
              </a:rPr>
              <a:t>• PDFs stay linked to the record.</a:t>
            </a:r>
          </a:p>
        </p:txBody>
      </p:sp>
      <p:sp>
        <p:nvSpPr>
          <p:cNvPr id="14" name="">
            <a:extLst xmlns:a="http://schemas.openxmlformats.org/drawingml/2006/main">
              <a:ext uri="{FF2B5EF4-FFF2-40B4-BE49-F238E27FC236}">
                <a16:creationId xmlns:a16="http://schemas.microsoft.com/office/drawing/2014/main" id="{4F352E6F-8007-4277-85C2-D7982B2B1940}"/>
              </a:ext>
            </a:extLst>
          </p:cNvPr>
          <p:cNvSpPr>
            <a:spLocks xmlns:a="http://schemas.openxmlformats.org/drawingml/2006/main" noGrp="1"/>
          </p:cNvSpPr>
          <p:nvPr/>
        </p:nvSpPr>
        <p:spPr>
          <a:xfrm xmlns:a="http://schemas.openxmlformats.org/drawingml/2006/main">
            <a:off x="7124700" y="41338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55C47"/>
                </a:solidFill>
                <a:latin typeface="Arial"/>
                <a:ea typeface="Arial"/>
                <a:cs typeface="Arial"/>
              </a:defRPr>
            </a:pPr>
            <a:r>
              <a:rPr sz="1425">
                <a:solidFill>
                  <a:srgbClr val="155C47"/>
                </a:solidFill>
                <a:latin typeface="Arial"/>
                <a:ea typeface="Arial"/>
                <a:cs typeface="Arial"/>
              </a:rPr>
              <a:t>• Workflow and audit actions are visible.</a:t>
            </a:r>
          </a:p>
        </p:txBody>
      </p:sp>
      <p:sp>
        <p:nvSpPr>
          <p:cNvPr id="15" name="">
            <a:extLst xmlns:a="http://schemas.openxmlformats.org/drawingml/2006/main">
              <a:ext uri="{FF2B5EF4-FFF2-40B4-BE49-F238E27FC236}">
                <a16:creationId xmlns:a16="http://schemas.microsoft.com/office/drawing/2014/main" id="{9FD4E73D-7554-4A96-953D-E09210686CD2}"/>
              </a:ext>
            </a:extLst>
          </p:cNvPr>
          <p:cNvSpPr>
            <a:spLocks xmlns:a="http://schemas.openxmlformats.org/drawingml/2006/main" noGrp="1"/>
          </p:cNvSpPr>
          <p:nvPr/>
        </p:nvSpPr>
        <p:spPr>
          <a:xfrm xmlns:a="http://schemas.openxmlformats.org/drawingml/2006/main">
            <a:off x="1143000" y="5619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2F6BDE"/>
                </a:solidFill>
                <a:latin typeface="Arial"/>
                <a:ea typeface="Arial"/>
                <a:cs typeface="Arial"/>
              </a:defRPr>
            </a:pPr>
            <a:r>
              <a:rPr sz="1575" b="1">
                <a:solidFill>
                  <a:srgbClr val="2F6BDE"/>
                </a:solidFill>
                <a:latin typeface="Arial"/>
                <a:ea typeface="Arial"/>
                <a:cs typeface="Arial"/>
              </a:rPr>
              <a:t>One local system for encoding, finding, checking, and protecting records.</a:t>
            </a:r>
          </a:p>
        </p:txBody>
      </p:sp>
      <p:sp>
        <p:nvSpPr>
          <p:cNvPr id="16" name="">
            <a:extLst xmlns:a="http://schemas.openxmlformats.org/drawingml/2006/main">
              <a:ext uri="{FF2B5EF4-FFF2-40B4-BE49-F238E27FC236}">
                <a16:creationId xmlns:a16="http://schemas.microsoft.com/office/drawing/2014/main" id="{696BA4D3-AE7A-4F06-8806-5944BEFB5745}"/>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
            <a:extLst xmlns:a="http://schemas.openxmlformats.org/drawingml/2006/main">
              <a:ext uri="{FF2B5EF4-FFF2-40B4-BE49-F238E27FC236}">
                <a16:creationId xmlns:a16="http://schemas.microsoft.com/office/drawing/2014/main" id="{D37C19D0-D981-4251-AA09-F4CFEEF1BE00}"/>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03 / 12</a:t>
            </a:r>
          </a:p>
        </p:txBody>
      </p:sp>
    </p:spTree>
    <p:extLst>
      <p:ext uri="{BB962C8B-B14F-4D97-AF65-F5344CB8AC3E}">
        <p14:creationId xmlns:p14="http://schemas.microsoft.com/office/powerpoint/2010/main" val="1725734956"/>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FD263EA-5ACD-4118-BC75-0180547CF463}"/>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B731D2DA-5BEF-48EF-A58C-AE6E135620FC}"/>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How the system works</a:t>
            </a:r>
          </a:p>
        </p:txBody>
      </p:sp>
      <p:sp>
        <p:nvSpPr>
          <p:cNvPr id="3" name="">
            <a:extLst xmlns:a="http://schemas.openxmlformats.org/drawingml/2006/main">
              <a:ext uri="{FF2B5EF4-FFF2-40B4-BE49-F238E27FC236}">
                <a16:creationId xmlns:a16="http://schemas.microsoft.com/office/drawing/2014/main" id="{346266C9-3F46-4618-9BDD-49FDC355BD65}"/>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AD3E16-B590-45EE-A63D-5432A7DC1198}"/>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The browser is the work surface; the NAS stores the application, data, and PDFs.</a:t>
            </a:r>
          </a:p>
        </p:txBody>
      </p:sp>
      <p:sp>
        <p:nvSpPr>
          <p:cNvPr id="5" name="">
            <a:extLst xmlns:a="http://schemas.openxmlformats.org/drawingml/2006/main">
              <a:ext uri="{FF2B5EF4-FFF2-40B4-BE49-F238E27FC236}">
                <a16:creationId xmlns:a16="http://schemas.microsoft.com/office/drawing/2014/main" id="{4ABB890E-8F72-4814-BAE3-9A002B30CC0F}"/>
              </a:ext>
            </a:extLst>
          </p:cNvPr>
          <p:cNvSpPr>
            <a:spLocks xmlns:a="http://schemas.openxmlformats.org/drawingml/2006/main" noGrp="1"/>
          </p:cNvSpPr>
          <p:nvPr/>
        </p:nvSpPr>
        <p:spPr>
          <a:xfrm xmlns:a="http://schemas.openxmlformats.org/drawingml/2006/main">
            <a:off x="666750" y="2571750"/>
            <a:ext cx="2190750" cy="1428750"/>
          </a:xfrm>
          <a:prstGeom xmlns:a="http://schemas.openxmlformats.org/drawingml/2006/main" prst="roundRect">
            <a:avLst>
              <a:gd name="adj" fmla="val 12000"/>
            </a:avLst>
          </a:prstGeom>
          <a:solidFill xmlns:a="http://schemas.openxmlformats.org/drawingml/2006/main">
            <a:srgbClr val="EAF2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F205EE-8C72-4C8D-BD8E-CF67A0A8EBEF}"/>
              </a:ext>
            </a:extLst>
          </p:cNvPr>
          <p:cNvSpPr>
            <a:spLocks xmlns:a="http://schemas.openxmlformats.org/drawingml/2006/main" noGrp="1"/>
          </p:cNvSpPr>
          <p:nvPr/>
        </p:nvSpPr>
        <p:spPr>
          <a:xfrm xmlns:a="http://schemas.openxmlformats.org/drawingml/2006/main">
            <a:off x="838200" y="2895600"/>
            <a:ext cx="1847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63A"/>
                </a:solidFill>
                <a:latin typeface="Arial"/>
                <a:ea typeface="Arial"/>
                <a:cs typeface="Arial"/>
              </a:defRPr>
            </a:pPr>
            <a:r>
              <a:rPr sz="1800" b="1">
                <a:solidFill>
                  <a:srgbClr val="17263A"/>
                </a:solidFill>
                <a:latin typeface="Arial"/>
                <a:ea typeface="Arial"/>
                <a:cs typeface="Arial"/>
              </a:rPr>
              <a:t>Staff browser</a:t>
            </a:r>
          </a:p>
        </p:txBody>
      </p:sp>
      <p:sp>
        <p:nvSpPr>
          <p:cNvPr id="7" name="">
            <a:extLst xmlns:a="http://schemas.openxmlformats.org/drawingml/2006/main">
              <a:ext uri="{FF2B5EF4-FFF2-40B4-BE49-F238E27FC236}">
                <a16:creationId xmlns:a16="http://schemas.microsoft.com/office/drawing/2014/main" id="{FB768901-5A28-4573-846E-C233D8141FDD}"/>
              </a:ext>
            </a:extLst>
          </p:cNvPr>
          <p:cNvSpPr>
            <a:spLocks xmlns:a="http://schemas.openxmlformats.org/drawingml/2006/main" noGrp="1"/>
          </p:cNvSpPr>
          <p:nvPr/>
        </p:nvSpPr>
        <p:spPr>
          <a:xfrm xmlns:a="http://schemas.openxmlformats.org/drawingml/2006/main">
            <a:off x="838200" y="3371850"/>
            <a:ext cx="1847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a:solidFill>
                  <a:srgbClr val="5E6C80"/>
                </a:solidFill>
                <a:latin typeface="Arial"/>
                <a:ea typeface="Arial"/>
                <a:cs typeface="Arial"/>
              </a:defRPr>
            </a:pPr>
            <a:r>
              <a:rPr sz="1200">
                <a:solidFill>
                  <a:srgbClr val="5E6C80"/>
                </a:solidFill>
                <a:latin typeface="Arial"/>
                <a:ea typeface="Arial"/>
                <a:cs typeface="Arial"/>
              </a:rPr>
              <a:t>Forms • folder tree • viewer</a:t>
            </a:r>
          </a:p>
        </p:txBody>
      </p:sp>
      <p:sp>
        <p:nvSpPr>
          <p:cNvPr id="8" name="">
            <a:extLst xmlns:a="http://schemas.openxmlformats.org/drawingml/2006/main">
              <a:ext uri="{FF2B5EF4-FFF2-40B4-BE49-F238E27FC236}">
                <a16:creationId xmlns:a16="http://schemas.microsoft.com/office/drawing/2014/main" id="{A1333C46-6E75-49A2-9DC1-97CA2A5D44BC}"/>
              </a:ext>
            </a:extLst>
          </p:cNvPr>
          <p:cNvSpPr>
            <a:spLocks xmlns:a="http://schemas.openxmlformats.org/drawingml/2006/main" noGrp="1"/>
          </p:cNvSpPr>
          <p:nvPr/>
        </p:nvSpPr>
        <p:spPr>
          <a:xfrm xmlns:a="http://schemas.openxmlformats.org/drawingml/2006/main">
            <a:off x="3000375" y="30480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D060995-4A5D-4BFB-8605-DD01D3758678}"/>
              </a:ext>
            </a:extLst>
          </p:cNvPr>
          <p:cNvSpPr>
            <a:spLocks xmlns:a="http://schemas.openxmlformats.org/drawingml/2006/main" noGrp="1"/>
          </p:cNvSpPr>
          <p:nvPr/>
        </p:nvSpPr>
        <p:spPr>
          <a:xfrm xmlns:a="http://schemas.openxmlformats.org/drawingml/2006/main">
            <a:off x="3714750" y="2266950"/>
            <a:ext cx="2857500" cy="2047875"/>
          </a:xfrm>
          <a:prstGeom xmlns:a="http://schemas.openxmlformats.org/drawingml/2006/main" prst="roundRect">
            <a:avLst>
              <a:gd name="adj" fmla="val 8372"/>
            </a:avLst>
          </a:prstGeom>
          <a:solidFill xmlns:a="http://schemas.openxmlformats.org/drawingml/2006/main">
            <a:srgbClr val="1024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11E4CC-FCB9-48EC-A59F-CA41170153C8}"/>
              </a:ext>
            </a:extLst>
          </p:cNvPr>
          <p:cNvSpPr>
            <a:spLocks xmlns:a="http://schemas.openxmlformats.org/drawingml/2006/main" noGrp="1"/>
          </p:cNvSpPr>
          <p:nvPr/>
        </p:nvSpPr>
        <p:spPr>
          <a:xfrm xmlns:a="http://schemas.openxmlformats.org/drawingml/2006/main">
            <a:off x="4000500" y="26098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
            <a:extLst xmlns:a="http://schemas.openxmlformats.org/drawingml/2006/main">
              <a:ext uri="{FF2B5EF4-FFF2-40B4-BE49-F238E27FC236}">
                <a16:creationId xmlns:a16="http://schemas.microsoft.com/office/drawing/2014/main" id="{2C17254F-4671-4B37-A2FD-1F6D61664F5E}"/>
              </a:ext>
            </a:extLst>
          </p:cNvPr>
          <p:cNvSpPr>
            <a:spLocks xmlns:a="http://schemas.openxmlformats.org/drawingml/2006/main" noGrp="1"/>
          </p:cNvSpPr>
          <p:nvPr/>
        </p:nvSpPr>
        <p:spPr>
          <a:xfrm xmlns:a="http://schemas.openxmlformats.org/drawingml/2006/main">
            <a:off x="4000500" y="321945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xmlns:a="http://schemas.openxmlformats.org/drawingml/2006/main">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
            <a:extLst xmlns:a="http://schemas.openxmlformats.org/drawingml/2006/main">
              <a:ext uri="{FF2B5EF4-FFF2-40B4-BE49-F238E27FC236}">
                <a16:creationId xmlns:a16="http://schemas.microsoft.com/office/drawing/2014/main" id="{061D0048-2A8E-4438-90D6-73FFC030CA0C}"/>
              </a:ext>
            </a:extLst>
          </p:cNvPr>
          <p:cNvSpPr>
            <a:spLocks xmlns:a="http://schemas.openxmlformats.org/drawingml/2006/main" noGrp="1"/>
          </p:cNvSpPr>
          <p:nvPr/>
        </p:nvSpPr>
        <p:spPr>
          <a:xfrm xmlns:a="http://schemas.openxmlformats.org/drawingml/2006/main">
            <a:off x="6762750" y="30480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AC685771-2A4E-4057-93CC-242645489B12}"/>
              </a:ext>
            </a:extLst>
          </p:cNvPr>
          <p:cNvSpPr>
            <a:spLocks xmlns:a="http://schemas.openxmlformats.org/drawingml/2006/main" noGrp="1"/>
          </p:cNvSpPr>
          <p:nvPr/>
        </p:nvSpPr>
        <p:spPr>
          <a:xfrm xmlns:a="http://schemas.openxmlformats.org/drawingml/2006/main">
            <a:off x="7524750" y="2571750"/>
            <a:ext cx="1809750" cy="1428750"/>
          </a:xfrm>
          <a:prstGeom xmlns:a="http://schemas.openxmlformats.org/drawingml/2006/main" prst="roundRect">
            <a:avLst>
              <a:gd name="adj" fmla="val 12000"/>
            </a:avLst>
          </a:prstGeom>
          <a:solidFill xmlns:a="http://schemas.openxmlformats.org/drawingml/2006/main">
            <a:srgbClr val="E9F8F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9C81CB-B821-4279-B342-062BBBF471CA}"/>
              </a:ext>
            </a:extLst>
          </p:cNvPr>
          <p:cNvSpPr>
            <a:spLocks xmlns:a="http://schemas.openxmlformats.org/drawingml/2006/main" noGrp="1"/>
          </p:cNvSpPr>
          <p:nvPr/>
        </p:nvSpPr>
        <p:spPr>
          <a:xfrm xmlns:a="http://schemas.openxmlformats.org/drawingml/2006/main">
            <a:off x="7715250" y="28956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63A"/>
                </a:solidFill>
                <a:latin typeface="Arial"/>
                <a:ea typeface="Arial"/>
                <a:cs typeface="Arial"/>
              </a:defRPr>
            </a:pPr>
            <a:r>
              <a:rPr sz="1800" b="1">
                <a:solidFill>
                  <a:srgbClr val="17263A"/>
                </a:solidFill>
                <a:latin typeface="Arial"/>
                <a:ea typeface="Arial"/>
                <a:cs typeface="Arial"/>
              </a:rPr>
              <a:t>MariaDB</a:t>
            </a:r>
          </a:p>
        </p:txBody>
      </p:sp>
      <p:sp>
        <p:nvSpPr>
          <p:cNvPr id="15" name="">
            <a:extLst xmlns:a="http://schemas.openxmlformats.org/drawingml/2006/main">
              <a:ext uri="{FF2B5EF4-FFF2-40B4-BE49-F238E27FC236}">
                <a16:creationId xmlns:a16="http://schemas.microsoft.com/office/drawing/2014/main" id="{D90012A4-5199-4E57-9FB1-E02F19AF7280}"/>
              </a:ext>
            </a:extLst>
          </p:cNvPr>
          <p:cNvSpPr>
            <a:spLocks xmlns:a="http://schemas.openxmlformats.org/drawingml/2006/main" noGrp="1"/>
          </p:cNvSpPr>
          <p:nvPr/>
        </p:nvSpPr>
        <p:spPr>
          <a:xfrm xmlns:a="http://schemas.openxmlformats.org/drawingml/2006/main">
            <a:off x="7715250" y="33718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a:solidFill>
                  <a:srgbClr val="5E6C80"/>
                </a:solidFill>
                <a:latin typeface="Arial"/>
                <a:ea typeface="Arial"/>
                <a:cs typeface="Arial"/>
              </a:defRPr>
            </a:pPr>
            <a:r>
              <a:rPr sz="1275">
                <a:solidFill>
                  <a:srgbClr val="5E6C80"/>
                </a:solidFill>
                <a:latin typeface="Arial"/>
                <a:ea typeface="Arial"/>
                <a:cs typeface="Arial"/>
              </a:rPr>
              <a:t>record data</a:t>
            </a:r>
          </a:p>
        </p:txBody>
      </p:sp>
      <p:sp>
        <p:nvSpPr>
          <p:cNvPr id="16" name="">
            <a:extLst xmlns:a="http://schemas.openxmlformats.org/drawingml/2006/main">
              <a:ext uri="{FF2B5EF4-FFF2-40B4-BE49-F238E27FC236}">
                <a16:creationId xmlns:a16="http://schemas.microsoft.com/office/drawing/2014/main" id="{ED3F23EF-9E62-48CE-BF20-FFAF9D769944}"/>
              </a:ext>
            </a:extLst>
          </p:cNvPr>
          <p:cNvSpPr>
            <a:spLocks xmlns:a="http://schemas.openxmlformats.org/drawingml/2006/main" noGrp="1"/>
          </p:cNvSpPr>
          <p:nvPr/>
        </p:nvSpPr>
        <p:spPr>
          <a:xfrm xmlns:a="http://schemas.openxmlformats.org/drawingml/2006/main">
            <a:off x="9620250" y="2571750"/>
            <a:ext cx="1809750" cy="1428750"/>
          </a:xfrm>
          <a:prstGeom xmlns:a="http://schemas.openxmlformats.org/drawingml/2006/main" prst="roundRect">
            <a:avLst>
              <a:gd name="adj" fmla="val 12000"/>
            </a:avLst>
          </a:prstGeom>
          <a:solidFill xmlns:a="http://schemas.openxmlformats.org/drawingml/2006/main">
            <a:srgbClr val="FFF5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6107E0-92A2-43C2-A041-F1CADCF42529}"/>
              </a:ext>
            </a:extLst>
          </p:cNvPr>
          <p:cNvSpPr>
            <a:spLocks xmlns:a="http://schemas.openxmlformats.org/drawingml/2006/main" noGrp="1"/>
          </p:cNvSpPr>
          <p:nvPr/>
        </p:nvSpPr>
        <p:spPr>
          <a:xfrm xmlns:a="http://schemas.openxmlformats.org/drawingml/2006/main">
            <a:off x="9810750" y="28956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
            <a:extLst xmlns:a="http://schemas.openxmlformats.org/drawingml/2006/main">
              <a:ext uri="{FF2B5EF4-FFF2-40B4-BE49-F238E27FC236}">
                <a16:creationId xmlns:a16="http://schemas.microsoft.com/office/drawing/2014/main" id="{9B0AF44A-A641-465D-9E5E-2972CA2EB886}"/>
              </a:ext>
            </a:extLst>
          </p:cNvPr>
          <p:cNvSpPr>
            <a:spLocks xmlns:a="http://schemas.openxmlformats.org/drawingml/2006/main" noGrp="1"/>
          </p:cNvSpPr>
          <p:nvPr/>
        </p:nvSpPr>
        <p:spPr>
          <a:xfrm xmlns:a="http://schemas.openxmlformats.org/drawingml/2006/main">
            <a:off x="9810750" y="33718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a:solidFill>
                  <a:srgbClr val="5E6C80"/>
                </a:solidFill>
                <a:latin typeface="Arial"/>
                <a:ea typeface="Arial"/>
                <a:cs typeface="Arial"/>
              </a:defRPr>
            </a:pPr>
            <a:r>
              <a:rPr sz="1275">
                <a:solidFill>
                  <a:srgbClr val="5E6C80"/>
                </a:solidFill>
                <a:latin typeface="Arial"/>
                <a:ea typeface="Arial"/>
                <a:cs typeface="Arial"/>
              </a:rPr>
              <a:t>uploads + backups</a:t>
            </a:r>
          </a:p>
        </p:txBody>
      </p:sp>
      <p:sp>
        <p:nvSpPr>
          <p:cNvPr id="19" name="">
            <a:extLst xmlns:a="http://schemas.openxmlformats.org/drawingml/2006/main">
              <a:ext uri="{FF2B5EF4-FFF2-40B4-BE49-F238E27FC236}">
                <a16:creationId xmlns:a16="http://schemas.microsoft.com/office/drawing/2014/main" id="{3794F967-81A3-4A27-9563-272E220C862F}"/>
              </a:ext>
            </a:extLst>
          </p:cNvPr>
          <p:cNvSpPr>
            <a:spLocks xmlns:a="http://schemas.openxmlformats.org/drawingml/2006/main" noGrp="1"/>
          </p:cNvSpPr>
          <p:nvPr/>
        </p:nvSpPr>
        <p:spPr>
          <a:xfrm xmlns:a="http://schemas.openxmlformats.org/drawingml/2006/main">
            <a:off x="1809750" y="5000625"/>
            <a:ext cx="8572500" cy="704850"/>
          </a:xfrm>
          <a:prstGeom xmlns:a="http://schemas.openxmlformats.org/drawingml/2006/main" prst="roundRect">
            <a:avLst>
              <a:gd name="adj" fmla="val 24324"/>
            </a:avLst>
          </a:prstGeom>
          <a:solidFill xmlns:a="http://schemas.openxmlformats.org/drawingml/2006/main">
            <a:srgbClr val="FFFFFF"/>
          </a:solidFill>
          <a:ln xmlns:a="http://schemas.openxmlformats.org/drawingml/2006/main" w="14288">
            <a:solidFill>
              <a:srgbClr val="D8E1ED"/>
            </a:solidFill>
          </a:ln>
        </p:spPr>
      </p:sp>
      <p:sp>
        <p:nvSpPr>
          <p:cNvPr id="20" name="">
            <a:extLst xmlns:a="http://schemas.openxmlformats.org/drawingml/2006/main">
              <a:ext uri="{FF2B5EF4-FFF2-40B4-BE49-F238E27FC236}">
                <a16:creationId xmlns:a16="http://schemas.microsoft.com/office/drawing/2014/main" id="{C702F26C-95BB-4B77-874A-5DFFB2873B66}"/>
              </a:ext>
            </a:extLst>
          </p:cNvPr>
          <p:cNvSpPr>
            <a:spLocks xmlns:a="http://schemas.openxmlformats.org/drawingml/2006/main" noGrp="1"/>
          </p:cNvSpPr>
          <p:nvPr/>
        </p:nvSpPr>
        <p:spPr>
          <a:xfrm xmlns:a="http://schemas.openxmlformats.org/drawingml/2006/main">
            <a:off x="2095500" y="519112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F6BDE"/>
                </a:solidFill>
                <a:latin typeface="Arial"/>
                <a:ea typeface="Arial"/>
                <a:cs typeface="Arial"/>
              </a:defRPr>
            </a:pPr>
            <a:r>
              <a:rPr sz="1350" b="1">
                <a:solidFill>
                  <a:srgbClr val="2F6BDE"/>
                </a:solidFill>
                <a:latin typeface="Arial"/>
                <a:ea typeface="Arial"/>
                <a:cs typeface="Arial"/>
              </a:rPr>
              <a:t>Online</a:t>
            </a:r>
          </a:p>
        </p:txBody>
      </p:sp>
      <p:sp>
        <p:nvSpPr>
          <p:cNvPr id="21" name="">
            <a:extLst xmlns:a="http://schemas.openxmlformats.org/drawingml/2006/main">
              <a:ext uri="{FF2B5EF4-FFF2-40B4-BE49-F238E27FC236}">
                <a16:creationId xmlns:a16="http://schemas.microsoft.com/office/drawing/2014/main" id="{ED4361B4-ACCF-4230-B906-AA8236D9B9FD}"/>
              </a:ext>
            </a:extLst>
          </p:cNvPr>
          <p:cNvSpPr>
            <a:spLocks xmlns:a="http://schemas.openxmlformats.org/drawingml/2006/main" noGrp="1"/>
          </p:cNvSpPr>
          <p:nvPr/>
        </p:nvSpPr>
        <p:spPr>
          <a:xfrm xmlns:a="http://schemas.openxmlformats.org/drawingml/2006/main">
            <a:off x="3333750" y="5191125"/>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17263A"/>
                </a:solidFill>
                <a:latin typeface="Arial"/>
                <a:ea typeface="Arial"/>
                <a:cs typeface="Arial"/>
              </a:defRPr>
            </a:pPr>
            <a:r>
              <a:rPr sz="1350">
                <a:solidFill>
                  <a:srgbClr val="17263A"/>
                </a:solidFill>
                <a:latin typeface="Arial"/>
                <a:ea typeface="Arial"/>
                <a:cs typeface="Arial"/>
              </a:rPr>
              <a:t>https://iscan.cdrms.online</a:t>
            </a:r>
          </a:p>
        </p:txBody>
      </p:sp>
      <p:sp>
        <p:nvSpPr>
          <p:cNvPr id="22" name="">
            <a:extLst xmlns:a="http://schemas.openxmlformats.org/drawingml/2006/main">
              <a:ext uri="{FF2B5EF4-FFF2-40B4-BE49-F238E27FC236}">
                <a16:creationId xmlns:a16="http://schemas.microsoft.com/office/drawing/2014/main" id="{1F0094B2-19CF-458C-8F0E-6DFEA2CF1388}"/>
              </a:ext>
            </a:extLst>
          </p:cNvPr>
          <p:cNvSpPr>
            <a:spLocks xmlns:a="http://schemas.openxmlformats.org/drawingml/2006/main" noGrp="1"/>
          </p:cNvSpPr>
          <p:nvPr/>
        </p:nvSpPr>
        <p:spPr>
          <a:xfrm xmlns:a="http://schemas.openxmlformats.org/drawingml/2006/main">
            <a:off x="6762750" y="519112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A673"/>
                </a:solidFill>
                <a:latin typeface="Arial"/>
                <a:ea typeface="Arial"/>
                <a:cs typeface="Arial"/>
              </a:defRPr>
            </a:pPr>
            <a:r>
              <a:rPr sz="1350" b="1">
                <a:solidFill>
                  <a:srgbClr val="17A673"/>
                </a:solidFill>
                <a:latin typeface="Arial"/>
                <a:ea typeface="Arial"/>
                <a:cs typeface="Arial"/>
              </a:rPr>
              <a:t>Local LAN</a:t>
            </a:r>
          </a:p>
        </p:txBody>
      </p:sp>
      <p:sp>
        <p:nvSpPr>
          <p:cNvPr id="23" name="">
            <a:extLst xmlns:a="http://schemas.openxmlformats.org/drawingml/2006/main">
              <a:ext uri="{FF2B5EF4-FFF2-40B4-BE49-F238E27FC236}">
                <a16:creationId xmlns:a16="http://schemas.microsoft.com/office/drawing/2014/main" id="{B0D31019-C503-433E-AC4F-B66BEEB4FAFF}"/>
              </a:ext>
            </a:extLst>
          </p:cNvPr>
          <p:cNvSpPr>
            <a:spLocks xmlns:a="http://schemas.openxmlformats.org/drawingml/2006/main" noGrp="1"/>
          </p:cNvSpPr>
          <p:nvPr/>
        </p:nvSpPr>
        <p:spPr>
          <a:xfrm xmlns:a="http://schemas.openxmlformats.org/drawingml/2006/main">
            <a:off x="8096250" y="519112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86"/>
          </a:bodyPr>
          <a:lstStyle xmlns:a="http://schemas.openxmlformats.org/drawingml/2006/main"/>
          <a:p xmlns:a="http://schemas.openxmlformats.org/drawingml/2006/main">
            <a:pPr algn="l">
              <a:defRPr sz="1350">
                <a:solidFill>
                  <a:srgbClr val="17263A"/>
                </a:solidFill>
                <a:latin typeface="Arial"/>
                <a:ea typeface="Arial"/>
                <a:cs typeface="Arial"/>
              </a:defRPr>
            </a:pPr>
            <a:r>
              <a:rPr sz="1350">
                <a:solidFill>
                  <a:srgbClr val="17263A"/>
                </a:solidFill>
                <a:latin typeface="Arial"/>
                <a:ea typeface="Arial"/>
                <a:cs typeface="Arial"/>
              </a:rPr>
              <a:t>NAS IP + Web Station port</a:t>
            </a:r>
          </a:p>
        </p:txBody>
      </p:sp>
      <p:sp>
        <p:nvSpPr>
          <p:cNvPr id="24" name="">
            <a:extLst xmlns:a="http://schemas.openxmlformats.org/drawingml/2006/main">
              <a:ext uri="{FF2B5EF4-FFF2-40B4-BE49-F238E27FC236}">
                <a16:creationId xmlns:a16="http://schemas.microsoft.com/office/drawing/2014/main" id="{08E9E0A1-4ADA-482F-84A3-0746216A5B1F}"/>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
            <a:extLst xmlns:a="http://schemas.openxmlformats.org/drawingml/2006/main">
              <a:ext uri="{FF2B5EF4-FFF2-40B4-BE49-F238E27FC236}">
                <a16:creationId xmlns:a16="http://schemas.microsoft.com/office/drawing/2014/main" id="{2BD8DA72-F6AA-4D39-9FD5-8165AD27CA60}"/>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04 / 12</a:t>
            </a:r>
          </a:p>
        </p:txBody>
      </p:sp>
    </p:spTree>
    <p:extLst>
      <p:ext uri="{BB962C8B-B14F-4D97-AF65-F5344CB8AC3E}">
        <p14:creationId xmlns:p14="http://schemas.microsoft.com/office/powerpoint/2010/main" val="1696997590"/>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7264069-783A-4B9A-A2F0-B868D0D2DD7E}"/>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EB7FF"/>
                </a:solidFill>
                <a:latin typeface="Arial"/>
                <a:ea typeface="Arial"/>
                <a:cs typeface="Arial"/>
              </a:defRPr>
            </a:pPr>
            <a:r>
              <a:rPr sz="975" b="1">
                <a:solidFill>
                  <a:srgbClr val="8EB7FF"/>
                </a:solidFill>
                <a:latin typeface="Arial"/>
                <a:ea typeface="Arial"/>
                <a:cs typeface="Arial"/>
              </a:rPr>
              <a:t>RECORD LIFECYCLE</a:t>
            </a:r>
          </a:p>
        </p:txBody>
      </p:sp>
      <p:sp>
        <p:nvSpPr>
          <p:cNvPr id="2" name="">
            <a:extLst xmlns:a="http://schemas.openxmlformats.org/drawingml/2006/main">
              <a:ext uri="{FF2B5EF4-FFF2-40B4-BE49-F238E27FC236}">
                <a16:creationId xmlns:a16="http://schemas.microsoft.com/office/drawing/2014/main" id="{9FAA1793-98FD-462B-9B90-7B9B3FF460B9}"/>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From paper to searchable archive</a:t>
            </a:r>
          </a:p>
        </p:txBody>
      </p:sp>
      <p:sp>
        <p:nvSpPr>
          <p:cNvPr id="3" name="">
            <a:extLst xmlns:a="http://schemas.openxmlformats.org/drawingml/2006/main">
              <a:ext uri="{FF2B5EF4-FFF2-40B4-BE49-F238E27FC236}">
                <a16:creationId xmlns:a16="http://schemas.microsoft.com/office/drawing/2014/main" id="{3BB478E3-24B2-4B74-8402-B0983E3026D8}"/>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4A8D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633E19-CA9C-44A6-B6D9-B8602B565866}"/>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BFD0E7"/>
                </a:solidFill>
                <a:latin typeface="Arial"/>
                <a:ea typeface="Arial"/>
                <a:cs typeface="Arial"/>
              </a:defRPr>
            </a:pPr>
            <a:r>
              <a:rPr sz="1650">
                <a:solidFill>
                  <a:srgbClr val="BFD0E7"/>
                </a:solidFill>
                <a:latin typeface="Arial"/>
                <a:ea typeface="Arial"/>
                <a:cs typeface="Arial"/>
              </a:rPr>
              <a:t>Every record moves through visible stages.</a:t>
            </a:r>
          </a:p>
        </p:txBody>
      </p:sp>
      <p:sp>
        <p:nvSpPr>
          <p:cNvPr id="5" name="">
            <a:extLst xmlns:a="http://schemas.openxmlformats.org/drawingml/2006/main">
              <a:ext uri="{FF2B5EF4-FFF2-40B4-BE49-F238E27FC236}">
                <a16:creationId xmlns:a16="http://schemas.microsoft.com/office/drawing/2014/main" id="{26EBA435-FA36-4362-B41A-66388A083B4C}"/>
              </a:ext>
            </a:extLst>
          </p:cNvPr>
          <p:cNvSpPr>
            <a:spLocks xmlns:a="http://schemas.openxmlformats.org/drawingml/2006/main" noGrp="1"/>
          </p:cNvSpPr>
          <p:nvPr/>
        </p:nvSpPr>
        <p:spPr>
          <a:xfrm xmlns:a="http://schemas.openxmlformats.org/drawingml/2006/main">
            <a:off x="523875" y="2571750"/>
            <a:ext cx="1952625" cy="1428750"/>
          </a:xfrm>
          <a:prstGeom xmlns:a="http://schemas.openxmlformats.org/drawingml/2006/main" prst="roundRect">
            <a:avLst>
              <a:gd name="adj" fmla="val 12000"/>
            </a:avLst>
          </a:prstGeom>
          <a:solidFill xmlns:a="http://schemas.openxmlformats.org/drawingml/2006/main">
            <a:srgbClr val="183657"/>
          </a:solidFill>
          <a:ln xmlns:a="http://schemas.openxmlformats.org/drawingml/2006/main" w="19050">
            <a:solidFill>
              <a:srgbClr val="2F6BDE"/>
            </a:solidFill>
          </a:ln>
        </p:spPr>
      </p:sp>
      <p:sp>
        <p:nvSpPr>
          <p:cNvPr id="6" name="">
            <a:extLst xmlns:a="http://schemas.openxmlformats.org/drawingml/2006/main">
              <a:ext uri="{FF2B5EF4-FFF2-40B4-BE49-F238E27FC236}">
                <a16:creationId xmlns:a16="http://schemas.microsoft.com/office/drawing/2014/main" id="{5FB006C4-D36A-406A-964A-A6F9E542AF3A}"/>
              </a:ext>
            </a:extLst>
          </p:cNvPr>
          <p:cNvSpPr>
            <a:spLocks xmlns:a="http://schemas.openxmlformats.org/drawingml/2006/main" noGrp="1"/>
          </p:cNvSpPr>
          <p:nvPr/>
        </p:nvSpPr>
        <p:spPr>
          <a:xfrm xmlns:a="http://schemas.openxmlformats.org/drawingml/2006/main">
            <a:off x="1209675" y="2743200"/>
            <a:ext cx="571500" cy="438150"/>
          </a:xfrm>
          <a:prstGeom xmlns:a="http://schemas.openxmlformats.org/drawingml/2006/main" prst="roundRect">
            <a:avLst>
              <a:gd name="adj" fmla="val 34783"/>
            </a:avLst>
          </a:prstGeom>
          <a:solidFill xmlns:a="http://schemas.openxmlformats.org/drawingml/2006/main">
            <a:srgbClr val="2F6B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DA878F-3ACE-42F8-BE6B-08692CC4EDB3}"/>
              </a:ext>
            </a:extLst>
          </p:cNvPr>
          <p:cNvSpPr>
            <a:spLocks xmlns:a="http://schemas.openxmlformats.org/drawingml/2006/main" noGrp="1"/>
          </p:cNvSpPr>
          <p:nvPr/>
        </p:nvSpPr>
        <p:spPr>
          <a:xfrm xmlns:a="http://schemas.openxmlformats.org/drawingml/2006/main">
            <a:off x="1209675" y="27432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E8B650EC-AD5F-4706-A540-FBB810170659}"/>
              </a:ext>
            </a:extLst>
          </p:cNvPr>
          <p:cNvSpPr>
            <a:spLocks xmlns:a="http://schemas.openxmlformats.org/drawingml/2006/main" noGrp="1"/>
          </p:cNvSpPr>
          <p:nvPr/>
        </p:nvSpPr>
        <p:spPr>
          <a:xfrm xmlns:a="http://schemas.openxmlformats.org/drawingml/2006/main">
            <a:off x="695325" y="33718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Capture</a:t>
            </a:r>
          </a:p>
        </p:txBody>
      </p:sp>
      <p:sp>
        <p:nvSpPr>
          <p:cNvPr id="9" name="">
            <a:extLst xmlns:a="http://schemas.openxmlformats.org/drawingml/2006/main">
              <a:ext uri="{FF2B5EF4-FFF2-40B4-BE49-F238E27FC236}">
                <a16:creationId xmlns:a16="http://schemas.microsoft.com/office/drawing/2014/main" id="{33056DEE-F78A-4805-9628-79EE1CE35D9F}"/>
              </a:ext>
            </a:extLst>
          </p:cNvPr>
          <p:cNvSpPr>
            <a:spLocks xmlns:a="http://schemas.openxmlformats.org/drawingml/2006/main" noGrp="1"/>
          </p:cNvSpPr>
          <p:nvPr/>
        </p:nvSpPr>
        <p:spPr>
          <a:xfrm xmlns:a="http://schemas.openxmlformats.org/drawingml/2006/main">
            <a:off x="695325" y="37147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Scan or upload</a:t>
            </a:r>
          </a:p>
        </p:txBody>
      </p:sp>
      <p:sp>
        <p:nvSpPr>
          <p:cNvPr id="10" name="">
            <a:extLst xmlns:a="http://schemas.openxmlformats.org/drawingml/2006/main">
              <a:ext uri="{FF2B5EF4-FFF2-40B4-BE49-F238E27FC236}">
                <a16:creationId xmlns:a16="http://schemas.microsoft.com/office/drawing/2014/main" id="{4E5EBD9B-3DC4-4D50-A010-00E490499B2D}"/>
              </a:ext>
            </a:extLst>
          </p:cNvPr>
          <p:cNvSpPr>
            <a:spLocks xmlns:a="http://schemas.openxmlformats.org/drawingml/2006/main" noGrp="1"/>
          </p:cNvSpPr>
          <p:nvPr/>
        </p:nvSpPr>
        <p:spPr>
          <a:xfrm xmlns:a="http://schemas.openxmlformats.org/drawingml/2006/main">
            <a:off x="2514600" y="30861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88965699-FD38-405D-8FC2-7C298CCE944B}"/>
              </a:ext>
            </a:extLst>
          </p:cNvPr>
          <p:cNvSpPr>
            <a:spLocks xmlns:a="http://schemas.openxmlformats.org/drawingml/2006/main" noGrp="1"/>
          </p:cNvSpPr>
          <p:nvPr/>
        </p:nvSpPr>
        <p:spPr>
          <a:xfrm xmlns:a="http://schemas.openxmlformats.org/drawingml/2006/main">
            <a:off x="2828925" y="2571750"/>
            <a:ext cx="1952625" cy="1428750"/>
          </a:xfrm>
          <a:prstGeom xmlns:a="http://schemas.openxmlformats.org/drawingml/2006/main" prst="roundRect">
            <a:avLst>
              <a:gd name="adj" fmla="val 12000"/>
            </a:avLst>
          </a:prstGeom>
          <a:solidFill xmlns:a="http://schemas.openxmlformats.org/drawingml/2006/main">
            <a:srgbClr val="183657"/>
          </a:solidFill>
          <a:ln xmlns:a="http://schemas.openxmlformats.org/drawingml/2006/main" w="19050">
            <a:solidFill>
              <a:srgbClr val="17A673"/>
            </a:solidFill>
          </a:ln>
        </p:spPr>
      </p:sp>
      <p:sp>
        <p:nvSpPr>
          <p:cNvPr id="12" name="">
            <a:extLst xmlns:a="http://schemas.openxmlformats.org/drawingml/2006/main">
              <a:ext uri="{FF2B5EF4-FFF2-40B4-BE49-F238E27FC236}">
                <a16:creationId xmlns:a16="http://schemas.microsoft.com/office/drawing/2014/main" id="{9CE2AF91-4165-42E8-9782-29DEFD5F4D7B}"/>
              </a:ext>
            </a:extLst>
          </p:cNvPr>
          <p:cNvSpPr>
            <a:spLocks xmlns:a="http://schemas.openxmlformats.org/drawingml/2006/main" noGrp="1"/>
          </p:cNvSpPr>
          <p:nvPr/>
        </p:nvSpPr>
        <p:spPr>
          <a:xfrm xmlns:a="http://schemas.openxmlformats.org/drawingml/2006/main">
            <a:off x="3514725" y="2743200"/>
            <a:ext cx="571500" cy="438150"/>
          </a:xfrm>
          <a:prstGeom xmlns:a="http://schemas.openxmlformats.org/drawingml/2006/main" prst="roundRect">
            <a:avLst>
              <a:gd name="adj" fmla="val 34783"/>
            </a:avLst>
          </a:prstGeom>
          <a:solidFill xmlns:a="http://schemas.openxmlformats.org/drawingml/2006/main">
            <a:srgbClr val="17A6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3898E79-D7AC-4C11-A624-D59C3A7A151F}"/>
              </a:ext>
            </a:extLst>
          </p:cNvPr>
          <p:cNvSpPr>
            <a:spLocks xmlns:a="http://schemas.openxmlformats.org/drawingml/2006/main" noGrp="1"/>
          </p:cNvSpPr>
          <p:nvPr/>
        </p:nvSpPr>
        <p:spPr>
          <a:xfrm xmlns:a="http://schemas.openxmlformats.org/drawingml/2006/main">
            <a:off x="3514725" y="27432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64447A69-7CA9-443C-96EB-97998BB7C212}"/>
              </a:ext>
            </a:extLst>
          </p:cNvPr>
          <p:cNvSpPr>
            <a:spLocks xmlns:a="http://schemas.openxmlformats.org/drawingml/2006/main" noGrp="1"/>
          </p:cNvSpPr>
          <p:nvPr/>
        </p:nvSpPr>
        <p:spPr>
          <a:xfrm xmlns:a="http://schemas.openxmlformats.org/drawingml/2006/main">
            <a:off x="3000375" y="33718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Encode</a:t>
            </a:r>
          </a:p>
        </p:txBody>
      </p:sp>
      <p:sp>
        <p:nvSpPr>
          <p:cNvPr id="15" name="">
            <a:extLst xmlns:a="http://schemas.openxmlformats.org/drawingml/2006/main">
              <a:ext uri="{FF2B5EF4-FFF2-40B4-BE49-F238E27FC236}">
                <a16:creationId xmlns:a16="http://schemas.microsoft.com/office/drawing/2014/main" id="{7CF6C9C3-0842-460D-A9C1-590DDC8F5FB8}"/>
              </a:ext>
            </a:extLst>
          </p:cNvPr>
          <p:cNvSpPr>
            <a:spLocks xmlns:a="http://schemas.openxmlformats.org/drawingml/2006/main" noGrp="1"/>
          </p:cNvSpPr>
          <p:nvPr/>
        </p:nvSpPr>
        <p:spPr>
          <a:xfrm xmlns:a="http://schemas.openxmlformats.org/drawingml/2006/main">
            <a:off x="3000375" y="37147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Enter record data</a:t>
            </a:r>
          </a:p>
        </p:txBody>
      </p:sp>
      <p:sp>
        <p:nvSpPr>
          <p:cNvPr id="16" name="">
            <a:extLst xmlns:a="http://schemas.openxmlformats.org/drawingml/2006/main">
              <a:ext uri="{FF2B5EF4-FFF2-40B4-BE49-F238E27FC236}">
                <a16:creationId xmlns:a16="http://schemas.microsoft.com/office/drawing/2014/main" id="{D41D1CFB-9FB8-46A9-89D7-63E8109593BA}"/>
              </a:ext>
            </a:extLst>
          </p:cNvPr>
          <p:cNvSpPr>
            <a:spLocks xmlns:a="http://schemas.openxmlformats.org/drawingml/2006/main" noGrp="1"/>
          </p:cNvSpPr>
          <p:nvPr/>
        </p:nvSpPr>
        <p:spPr>
          <a:xfrm xmlns:a="http://schemas.openxmlformats.org/drawingml/2006/main">
            <a:off x="4819650" y="30861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676474D6-A789-4939-8E9F-C18524B5D088}"/>
              </a:ext>
            </a:extLst>
          </p:cNvPr>
          <p:cNvSpPr>
            <a:spLocks xmlns:a="http://schemas.openxmlformats.org/drawingml/2006/main" noGrp="1"/>
          </p:cNvSpPr>
          <p:nvPr/>
        </p:nvSpPr>
        <p:spPr>
          <a:xfrm xmlns:a="http://schemas.openxmlformats.org/drawingml/2006/main">
            <a:off x="5133975" y="2571750"/>
            <a:ext cx="1952625" cy="1428750"/>
          </a:xfrm>
          <a:prstGeom xmlns:a="http://schemas.openxmlformats.org/drawingml/2006/main" prst="roundRect">
            <a:avLst>
              <a:gd name="adj" fmla="val 12000"/>
            </a:avLst>
          </a:prstGeom>
          <a:solidFill xmlns:a="http://schemas.openxmlformats.org/drawingml/2006/main">
            <a:srgbClr val="183657"/>
          </a:solidFill>
          <a:ln xmlns:a="http://schemas.openxmlformats.org/drawingml/2006/main" w="19050">
            <a:solidFill>
              <a:srgbClr val="F6B638"/>
            </a:solidFill>
          </a:ln>
        </p:spPr>
      </p:sp>
      <p:sp>
        <p:nvSpPr>
          <p:cNvPr id="18" name="">
            <a:extLst xmlns:a="http://schemas.openxmlformats.org/drawingml/2006/main">
              <a:ext uri="{FF2B5EF4-FFF2-40B4-BE49-F238E27FC236}">
                <a16:creationId xmlns:a16="http://schemas.microsoft.com/office/drawing/2014/main" id="{223BB9D8-0A79-4B5C-A881-7D89C2AEA127}"/>
              </a:ext>
            </a:extLst>
          </p:cNvPr>
          <p:cNvSpPr>
            <a:spLocks xmlns:a="http://schemas.openxmlformats.org/drawingml/2006/main" noGrp="1"/>
          </p:cNvSpPr>
          <p:nvPr/>
        </p:nvSpPr>
        <p:spPr>
          <a:xfrm xmlns:a="http://schemas.openxmlformats.org/drawingml/2006/main">
            <a:off x="5819775" y="2743200"/>
            <a:ext cx="571500" cy="438150"/>
          </a:xfrm>
          <a:prstGeom xmlns:a="http://schemas.openxmlformats.org/drawingml/2006/main" prst="roundRect">
            <a:avLst>
              <a:gd name="adj" fmla="val 34783"/>
            </a:avLst>
          </a:prstGeom>
          <a:solidFill xmlns:a="http://schemas.openxmlformats.org/drawingml/2006/main">
            <a:srgbClr val="F6B63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869B92C-B22D-446D-91BE-4CAA6A4AE1CB}"/>
              </a:ext>
            </a:extLst>
          </p:cNvPr>
          <p:cNvSpPr>
            <a:spLocks xmlns:a="http://schemas.openxmlformats.org/drawingml/2006/main" noGrp="1"/>
          </p:cNvSpPr>
          <p:nvPr/>
        </p:nvSpPr>
        <p:spPr>
          <a:xfrm xmlns:a="http://schemas.openxmlformats.org/drawingml/2006/main">
            <a:off x="5819775" y="27432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D9D66E01-E96B-40CA-BCED-B908251A65DC}"/>
              </a:ext>
            </a:extLst>
          </p:cNvPr>
          <p:cNvSpPr>
            <a:spLocks xmlns:a="http://schemas.openxmlformats.org/drawingml/2006/main" noGrp="1"/>
          </p:cNvSpPr>
          <p:nvPr/>
        </p:nvSpPr>
        <p:spPr>
          <a:xfrm xmlns:a="http://schemas.openxmlformats.org/drawingml/2006/main">
            <a:off x="5305425" y="33718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Review</a:t>
            </a:r>
          </a:p>
        </p:txBody>
      </p:sp>
      <p:sp>
        <p:nvSpPr>
          <p:cNvPr id="21" name="">
            <a:extLst xmlns:a="http://schemas.openxmlformats.org/drawingml/2006/main">
              <a:ext uri="{FF2B5EF4-FFF2-40B4-BE49-F238E27FC236}">
                <a16:creationId xmlns:a16="http://schemas.microsoft.com/office/drawing/2014/main" id="{06E3410B-8D58-49ED-B379-93F02258FD5E}"/>
              </a:ext>
            </a:extLst>
          </p:cNvPr>
          <p:cNvSpPr>
            <a:spLocks xmlns:a="http://schemas.openxmlformats.org/drawingml/2006/main" noGrp="1"/>
          </p:cNvSpPr>
          <p:nvPr/>
        </p:nvSpPr>
        <p:spPr>
          <a:xfrm xmlns:a="http://schemas.openxmlformats.org/drawingml/2006/main">
            <a:off x="5305425" y="37147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Compare PDF and fields</a:t>
            </a:r>
          </a:p>
        </p:txBody>
      </p:sp>
      <p:sp>
        <p:nvSpPr>
          <p:cNvPr id="22" name="">
            <a:extLst xmlns:a="http://schemas.openxmlformats.org/drawingml/2006/main">
              <a:ext uri="{FF2B5EF4-FFF2-40B4-BE49-F238E27FC236}">
                <a16:creationId xmlns:a16="http://schemas.microsoft.com/office/drawing/2014/main" id="{2537B6D3-D71F-4EB8-A271-C6FF57C574C8}"/>
              </a:ext>
            </a:extLst>
          </p:cNvPr>
          <p:cNvSpPr>
            <a:spLocks xmlns:a="http://schemas.openxmlformats.org/drawingml/2006/main" noGrp="1"/>
          </p:cNvSpPr>
          <p:nvPr/>
        </p:nvSpPr>
        <p:spPr>
          <a:xfrm xmlns:a="http://schemas.openxmlformats.org/drawingml/2006/main">
            <a:off x="7124700" y="30861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AECE4427-F821-40C6-BA98-6CA266ECE2F0}"/>
              </a:ext>
            </a:extLst>
          </p:cNvPr>
          <p:cNvSpPr>
            <a:spLocks xmlns:a="http://schemas.openxmlformats.org/drawingml/2006/main" noGrp="1"/>
          </p:cNvSpPr>
          <p:nvPr/>
        </p:nvSpPr>
        <p:spPr>
          <a:xfrm xmlns:a="http://schemas.openxmlformats.org/drawingml/2006/main">
            <a:off x="7439025" y="2571750"/>
            <a:ext cx="1952625" cy="1428750"/>
          </a:xfrm>
          <a:prstGeom xmlns:a="http://schemas.openxmlformats.org/drawingml/2006/main" prst="roundRect">
            <a:avLst>
              <a:gd name="adj" fmla="val 12000"/>
            </a:avLst>
          </a:prstGeom>
          <a:solidFill xmlns:a="http://schemas.openxmlformats.org/drawingml/2006/main">
            <a:srgbClr val="183657"/>
          </a:solidFill>
          <a:ln xmlns:a="http://schemas.openxmlformats.org/drawingml/2006/main" w="19050">
            <a:solidFill>
              <a:srgbClr val="7B61D1"/>
            </a:solidFill>
          </a:ln>
        </p:spPr>
      </p:sp>
      <p:sp>
        <p:nvSpPr>
          <p:cNvPr id="24" name="">
            <a:extLst xmlns:a="http://schemas.openxmlformats.org/drawingml/2006/main">
              <a:ext uri="{FF2B5EF4-FFF2-40B4-BE49-F238E27FC236}">
                <a16:creationId xmlns:a16="http://schemas.microsoft.com/office/drawing/2014/main" id="{56B343C7-531E-4C96-A560-797D50194CD6}"/>
              </a:ext>
            </a:extLst>
          </p:cNvPr>
          <p:cNvSpPr>
            <a:spLocks xmlns:a="http://schemas.openxmlformats.org/drawingml/2006/main" noGrp="1"/>
          </p:cNvSpPr>
          <p:nvPr/>
        </p:nvSpPr>
        <p:spPr>
          <a:xfrm xmlns:a="http://schemas.openxmlformats.org/drawingml/2006/main">
            <a:off x="8124825" y="2743200"/>
            <a:ext cx="571500" cy="438150"/>
          </a:xfrm>
          <a:prstGeom xmlns:a="http://schemas.openxmlformats.org/drawingml/2006/main" prst="roundRect">
            <a:avLst>
              <a:gd name="adj" fmla="val 34783"/>
            </a:avLst>
          </a:prstGeom>
          <a:solidFill xmlns:a="http://schemas.openxmlformats.org/drawingml/2006/main">
            <a:srgbClr val="7B61D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12168D4-FA5F-4033-92ED-6E6D200BC154}"/>
              </a:ext>
            </a:extLst>
          </p:cNvPr>
          <p:cNvSpPr>
            <a:spLocks xmlns:a="http://schemas.openxmlformats.org/drawingml/2006/main" noGrp="1"/>
          </p:cNvSpPr>
          <p:nvPr/>
        </p:nvSpPr>
        <p:spPr>
          <a:xfrm xmlns:a="http://schemas.openxmlformats.org/drawingml/2006/main">
            <a:off x="8124825" y="27432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36D0FF26-C19D-4F17-97FB-EA14504AC97F}"/>
              </a:ext>
            </a:extLst>
          </p:cNvPr>
          <p:cNvSpPr>
            <a:spLocks xmlns:a="http://schemas.openxmlformats.org/drawingml/2006/main" noGrp="1"/>
          </p:cNvSpPr>
          <p:nvPr/>
        </p:nvSpPr>
        <p:spPr>
          <a:xfrm xmlns:a="http://schemas.openxmlformats.org/drawingml/2006/main">
            <a:off x="7610475" y="33718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Approve</a:t>
            </a:r>
          </a:p>
        </p:txBody>
      </p:sp>
      <p:sp>
        <p:nvSpPr>
          <p:cNvPr id="27" name="">
            <a:extLst xmlns:a="http://schemas.openxmlformats.org/drawingml/2006/main">
              <a:ext uri="{FF2B5EF4-FFF2-40B4-BE49-F238E27FC236}">
                <a16:creationId xmlns:a16="http://schemas.microsoft.com/office/drawing/2014/main" id="{F298B856-AE77-48C3-9422-085E2F8C4CDB}"/>
              </a:ext>
            </a:extLst>
          </p:cNvPr>
          <p:cNvSpPr>
            <a:spLocks xmlns:a="http://schemas.openxmlformats.org/drawingml/2006/main" noGrp="1"/>
          </p:cNvSpPr>
          <p:nvPr/>
        </p:nvSpPr>
        <p:spPr>
          <a:xfrm xmlns:a="http://schemas.openxmlformats.org/drawingml/2006/main">
            <a:off x="7610475" y="37147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Role-based transition</a:t>
            </a:r>
          </a:p>
        </p:txBody>
      </p:sp>
      <p:sp>
        <p:nvSpPr>
          <p:cNvPr id="28" name="">
            <a:extLst xmlns:a="http://schemas.openxmlformats.org/drawingml/2006/main">
              <a:ext uri="{FF2B5EF4-FFF2-40B4-BE49-F238E27FC236}">
                <a16:creationId xmlns:a16="http://schemas.microsoft.com/office/drawing/2014/main" id="{DA2888BA-70AF-4DAF-841C-741BF9155D5F}"/>
              </a:ext>
            </a:extLst>
          </p:cNvPr>
          <p:cNvSpPr>
            <a:spLocks xmlns:a="http://schemas.openxmlformats.org/drawingml/2006/main" noGrp="1"/>
          </p:cNvSpPr>
          <p:nvPr/>
        </p:nvSpPr>
        <p:spPr>
          <a:xfrm xmlns:a="http://schemas.openxmlformats.org/drawingml/2006/main">
            <a:off x="9429750" y="30861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8E8AE7B0-BA0B-4946-B7CB-867487719190}"/>
              </a:ext>
            </a:extLst>
          </p:cNvPr>
          <p:cNvSpPr>
            <a:spLocks xmlns:a="http://schemas.openxmlformats.org/drawingml/2006/main" noGrp="1"/>
          </p:cNvSpPr>
          <p:nvPr/>
        </p:nvSpPr>
        <p:spPr>
          <a:xfrm xmlns:a="http://schemas.openxmlformats.org/drawingml/2006/main">
            <a:off x="9744075" y="2571750"/>
            <a:ext cx="1952625" cy="1428750"/>
          </a:xfrm>
          <a:prstGeom xmlns:a="http://schemas.openxmlformats.org/drawingml/2006/main" prst="roundRect">
            <a:avLst>
              <a:gd name="adj" fmla="val 12000"/>
            </a:avLst>
          </a:prstGeom>
          <a:solidFill xmlns:a="http://schemas.openxmlformats.org/drawingml/2006/main">
            <a:srgbClr val="183657"/>
          </a:solidFill>
          <a:ln xmlns:a="http://schemas.openxmlformats.org/drawingml/2006/main" w="19050">
            <a:solidFill>
              <a:srgbClr val="DD5577"/>
            </a:solidFill>
          </a:ln>
        </p:spPr>
      </p:sp>
      <p:sp>
        <p:nvSpPr>
          <p:cNvPr id="30" name="">
            <a:extLst xmlns:a="http://schemas.openxmlformats.org/drawingml/2006/main">
              <a:ext uri="{FF2B5EF4-FFF2-40B4-BE49-F238E27FC236}">
                <a16:creationId xmlns:a16="http://schemas.microsoft.com/office/drawing/2014/main" id="{20DEA6FE-4EBC-407D-B260-9943EEB8621E}"/>
              </a:ext>
            </a:extLst>
          </p:cNvPr>
          <p:cNvSpPr>
            <a:spLocks xmlns:a="http://schemas.openxmlformats.org/drawingml/2006/main" noGrp="1"/>
          </p:cNvSpPr>
          <p:nvPr/>
        </p:nvSpPr>
        <p:spPr>
          <a:xfrm xmlns:a="http://schemas.openxmlformats.org/drawingml/2006/main">
            <a:off x="10429875" y="2743200"/>
            <a:ext cx="571500" cy="438150"/>
          </a:xfrm>
          <a:prstGeom xmlns:a="http://schemas.openxmlformats.org/drawingml/2006/main" prst="roundRect">
            <a:avLst>
              <a:gd name="adj" fmla="val 34783"/>
            </a:avLst>
          </a:prstGeom>
          <a:solidFill xmlns:a="http://schemas.openxmlformats.org/drawingml/2006/main">
            <a:srgbClr val="DD557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900790A-797F-4E22-9145-2C8F384613B0}"/>
              </a:ext>
            </a:extLst>
          </p:cNvPr>
          <p:cNvSpPr>
            <a:spLocks xmlns:a="http://schemas.openxmlformats.org/drawingml/2006/main" noGrp="1"/>
          </p:cNvSpPr>
          <p:nvPr/>
        </p:nvSpPr>
        <p:spPr>
          <a:xfrm xmlns:a="http://schemas.openxmlformats.org/drawingml/2006/main">
            <a:off x="10429875" y="27432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E4923D81-7505-4890-92A6-FE3260F1E3BA}"/>
              </a:ext>
            </a:extLst>
          </p:cNvPr>
          <p:cNvSpPr>
            <a:spLocks xmlns:a="http://schemas.openxmlformats.org/drawingml/2006/main" noGrp="1"/>
          </p:cNvSpPr>
          <p:nvPr/>
        </p:nvSpPr>
        <p:spPr>
          <a:xfrm xmlns:a="http://schemas.openxmlformats.org/drawingml/2006/main">
            <a:off x="9915525" y="33718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Archive</a:t>
            </a:r>
          </a:p>
        </p:txBody>
      </p:sp>
      <p:sp>
        <p:nvSpPr>
          <p:cNvPr id="33" name="">
            <a:extLst xmlns:a="http://schemas.openxmlformats.org/drawingml/2006/main">
              <a:ext uri="{FF2B5EF4-FFF2-40B4-BE49-F238E27FC236}">
                <a16:creationId xmlns:a16="http://schemas.microsoft.com/office/drawing/2014/main" id="{9F3E249E-27D9-4C82-A3E4-54B2198B94FA}"/>
              </a:ext>
            </a:extLst>
          </p:cNvPr>
          <p:cNvSpPr>
            <a:spLocks xmlns:a="http://schemas.openxmlformats.org/drawingml/2006/main" noGrp="1"/>
          </p:cNvSpPr>
          <p:nvPr/>
        </p:nvSpPr>
        <p:spPr>
          <a:xfrm xmlns:a="http://schemas.openxmlformats.org/drawingml/2006/main">
            <a:off x="9915525" y="37147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Searchable record</a:t>
            </a:r>
          </a:p>
        </p:txBody>
      </p:sp>
      <p:sp>
        <p:nvSpPr>
          <p:cNvPr id="34" name="">
            <a:extLst xmlns:a="http://schemas.openxmlformats.org/drawingml/2006/main">
              <a:ext uri="{FF2B5EF4-FFF2-40B4-BE49-F238E27FC236}">
                <a16:creationId xmlns:a16="http://schemas.microsoft.com/office/drawing/2014/main" id="{62F297D4-69FB-4984-950C-8C22FC75531D}"/>
              </a:ext>
            </a:extLst>
          </p:cNvPr>
          <p:cNvSpPr>
            <a:spLocks xmlns:a="http://schemas.openxmlformats.org/drawingml/2006/main" noGrp="1"/>
          </p:cNvSpPr>
          <p:nvPr/>
        </p:nvSpPr>
        <p:spPr>
          <a:xfrm xmlns:a="http://schemas.openxmlformats.org/drawingml/2006/main">
            <a:off x="857250" y="47625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Draft  →  Pending Review  →  Verified  →  Approved  →  Archived</a:t>
            </a:r>
          </a:p>
        </p:txBody>
      </p:sp>
      <p:sp>
        <p:nvSpPr>
          <p:cNvPr id="35" name="">
            <a:extLst xmlns:a="http://schemas.openxmlformats.org/drawingml/2006/main">
              <a:ext uri="{FF2B5EF4-FFF2-40B4-BE49-F238E27FC236}">
                <a16:creationId xmlns:a16="http://schemas.microsoft.com/office/drawing/2014/main" id="{E1273A3E-6859-4FCC-8352-D44D021A9380}"/>
              </a:ext>
            </a:extLst>
          </p:cNvPr>
          <p:cNvSpPr>
            <a:spLocks xmlns:a="http://schemas.openxmlformats.org/drawingml/2006/main" noGrp="1"/>
          </p:cNvSpPr>
          <p:nvPr/>
        </p:nvSpPr>
        <p:spPr>
          <a:xfrm xmlns:a="http://schemas.openxmlformats.org/drawingml/2006/main">
            <a:off x="1619250" y="5334000"/>
            <a:ext cx="895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a:solidFill>
                  <a:srgbClr val="BFD0E7"/>
                </a:solidFill>
                <a:latin typeface="Arial"/>
                <a:ea typeface="Arial"/>
                <a:cs typeface="Arial"/>
              </a:defRPr>
            </a:pPr>
            <a:r>
              <a:rPr sz="1350">
                <a:solidFill>
                  <a:srgbClr val="BFD0E7"/>
                </a:solidFill>
                <a:latin typeface="Arial"/>
                <a:ea typeface="Arial"/>
                <a:cs typeface="Arial"/>
              </a:rPr>
              <a:t>Reject and reopen actions remain traceable with notes and timestamps.</a:t>
            </a:r>
          </a:p>
        </p:txBody>
      </p:sp>
      <p:sp>
        <p:nvSpPr>
          <p:cNvPr id="36" name="">
            <a:extLst xmlns:a="http://schemas.openxmlformats.org/drawingml/2006/main">
              <a:ext uri="{FF2B5EF4-FFF2-40B4-BE49-F238E27FC236}">
                <a16:creationId xmlns:a16="http://schemas.microsoft.com/office/drawing/2014/main" id="{C1E2F9CF-C8C6-4738-B61A-19E4D11E2A5A}"/>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
            <a:extLst xmlns:a="http://schemas.openxmlformats.org/drawingml/2006/main">
              <a:ext uri="{FF2B5EF4-FFF2-40B4-BE49-F238E27FC236}">
                <a16:creationId xmlns:a16="http://schemas.microsoft.com/office/drawing/2014/main" id="{85547C80-55A6-4C04-8CAB-3BCFCA808C8C}"/>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05 / 12</a:t>
            </a:r>
          </a:p>
        </p:txBody>
      </p:sp>
    </p:spTree>
    <p:extLst>
      <p:ext uri="{BB962C8B-B14F-4D97-AF65-F5344CB8AC3E}">
        <p14:creationId xmlns:p14="http://schemas.microsoft.com/office/powerpoint/2010/main" val="1897226980"/>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E4B171C-43BE-4F4A-B42F-DAF7004FBB2D}"/>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RECOVERY</a:t>
            </a:r>
          </a:p>
        </p:txBody>
      </p:sp>
      <p:sp>
        <p:nvSpPr>
          <p:cNvPr id="2" name="">
            <a:extLst xmlns:a="http://schemas.openxmlformats.org/drawingml/2006/main">
              <a:ext uri="{FF2B5EF4-FFF2-40B4-BE49-F238E27FC236}">
                <a16:creationId xmlns:a16="http://schemas.microsoft.com/office/drawing/2014/main" id="{7E5C8AE2-9812-4073-ACEE-E0CA41032674}"/>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Auto-save and restore</a:t>
            </a:r>
          </a:p>
        </p:txBody>
      </p:sp>
      <p:sp>
        <p:nvSpPr>
          <p:cNvPr id="3" name="">
            <a:extLst xmlns:a="http://schemas.openxmlformats.org/drawingml/2006/main">
              <a:ext uri="{FF2B5EF4-FFF2-40B4-BE49-F238E27FC236}">
                <a16:creationId xmlns:a16="http://schemas.microsoft.com/office/drawing/2014/main" id="{5B08398B-FEF5-4DBA-84CC-374F39E4176A}"/>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E4BDB4-E6EE-4C31-B606-4816F1AF3D83}"/>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A browser draft protects work in progress before the official Save.</a:t>
            </a:r>
          </a:p>
        </p:txBody>
      </p:sp>
      <p:sp>
        <p:nvSpPr>
          <p:cNvPr id="5" name="">
            <a:extLst xmlns:a="http://schemas.openxmlformats.org/drawingml/2006/main">
              <a:ext uri="{FF2B5EF4-FFF2-40B4-BE49-F238E27FC236}">
                <a16:creationId xmlns:a16="http://schemas.microsoft.com/office/drawing/2014/main" id="{C8B1B8BF-179A-4A1F-B3FD-07399EA26C7E}"/>
              </a:ext>
            </a:extLst>
          </p:cNvPr>
          <p:cNvSpPr>
            <a:spLocks xmlns:a="http://schemas.openxmlformats.org/drawingml/2006/main" noGrp="1"/>
          </p:cNvSpPr>
          <p:nvPr/>
        </p:nvSpPr>
        <p:spPr>
          <a:xfrm xmlns:a="http://schemas.openxmlformats.org/drawingml/2006/main">
            <a:off x="666750" y="2476500"/>
            <a:ext cx="1809750" cy="1238250"/>
          </a:xfrm>
          <a:prstGeom xmlns:a="http://schemas.openxmlformats.org/drawingml/2006/main" prst="roundRect">
            <a:avLst>
              <a:gd name="adj" fmla="val 13846"/>
            </a:avLst>
          </a:prstGeom>
          <a:solidFill xmlns:a="http://schemas.openxmlformats.org/drawingml/2006/main">
            <a:srgbClr val="EAF2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04847B-994F-4C54-8A83-84C518B3086C}"/>
              </a:ext>
            </a:extLst>
          </p:cNvPr>
          <p:cNvSpPr>
            <a:spLocks xmlns:a="http://schemas.openxmlformats.org/drawingml/2006/main" noGrp="1"/>
          </p:cNvSpPr>
          <p:nvPr/>
        </p:nvSpPr>
        <p:spPr>
          <a:xfrm xmlns:a="http://schemas.openxmlformats.org/drawingml/2006/main">
            <a:off x="809625" y="27432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
            <a:extLst xmlns:a="http://schemas.openxmlformats.org/drawingml/2006/main">
              <a:ext uri="{FF2B5EF4-FFF2-40B4-BE49-F238E27FC236}">
                <a16:creationId xmlns:a16="http://schemas.microsoft.com/office/drawing/2014/main" id="{2645A73D-118A-4DA0-A58E-B7940074708C}"/>
              </a:ext>
            </a:extLst>
          </p:cNvPr>
          <p:cNvSpPr>
            <a:spLocks xmlns:a="http://schemas.openxmlformats.org/drawingml/2006/main" noGrp="1"/>
          </p:cNvSpPr>
          <p:nvPr/>
        </p:nvSpPr>
        <p:spPr>
          <a:xfrm xmlns:a="http://schemas.openxmlformats.org/drawingml/2006/main">
            <a:off x="809625" y="32385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5E6C80"/>
                </a:solidFill>
                <a:latin typeface="Arial"/>
                <a:ea typeface="Arial"/>
                <a:cs typeface="Arial"/>
              </a:defRPr>
            </a:pPr>
            <a:r>
              <a:rPr sz="1125">
                <a:solidFill>
                  <a:srgbClr val="5E6C80"/>
                </a:solidFill>
                <a:latin typeface="Arial"/>
                <a:ea typeface="Arial"/>
                <a:cs typeface="Arial"/>
              </a:rPr>
              <a:t>Form fields change</a:t>
            </a:r>
          </a:p>
        </p:txBody>
      </p:sp>
      <p:sp>
        <p:nvSpPr>
          <p:cNvPr id="8" name="">
            <a:extLst xmlns:a="http://schemas.openxmlformats.org/drawingml/2006/main">
              <a:ext uri="{FF2B5EF4-FFF2-40B4-BE49-F238E27FC236}">
                <a16:creationId xmlns:a16="http://schemas.microsoft.com/office/drawing/2014/main" id="{3246CDD3-7F6D-4FB6-8DEF-641DF18620A4}"/>
              </a:ext>
            </a:extLst>
          </p:cNvPr>
          <p:cNvSpPr>
            <a:spLocks xmlns:a="http://schemas.openxmlformats.org/drawingml/2006/main" noGrp="1"/>
          </p:cNvSpPr>
          <p:nvPr/>
        </p:nvSpPr>
        <p:spPr>
          <a:xfrm xmlns:a="http://schemas.openxmlformats.org/drawingml/2006/main">
            <a:off x="2514600" y="28575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044575B-96BC-4460-BBA0-E37920E19013}"/>
              </a:ext>
            </a:extLst>
          </p:cNvPr>
          <p:cNvSpPr>
            <a:spLocks xmlns:a="http://schemas.openxmlformats.org/drawingml/2006/main" noGrp="1"/>
          </p:cNvSpPr>
          <p:nvPr/>
        </p:nvSpPr>
        <p:spPr>
          <a:xfrm xmlns:a="http://schemas.openxmlformats.org/drawingml/2006/main">
            <a:off x="2762250" y="2476500"/>
            <a:ext cx="1809750" cy="1238250"/>
          </a:xfrm>
          <a:prstGeom xmlns:a="http://schemas.openxmlformats.org/drawingml/2006/main" prst="roundRect">
            <a:avLst>
              <a:gd name="adj" fmla="val 13846"/>
            </a:avLst>
          </a:prstGeom>
          <a:solidFill xmlns:a="http://schemas.openxmlformats.org/drawingml/2006/main">
            <a:srgbClr val="E9F8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45499F-8172-42DB-9ECD-5A85F0AD4AE1}"/>
              </a:ext>
            </a:extLst>
          </p:cNvPr>
          <p:cNvSpPr>
            <a:spLocks xmlns:a="http://schemas.openxmlformats.org/drawingml/2006/main" noGrp="1"/>
          </p:cNvSpPr>
          <p:nvPr/>
        </p:nvSpPr>
        <p:spPr>
          <a:xfrm xmlns:a="http://schemas.openxmlformats.org/drawingml/2006/main">
            <a:off x="2905125" y="27432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
            <a:extLst xmlns:a="http://schemas.openxmlformats.org/drawingml/2006/main">
              <a:ext uri="{FF2B5EF4-FFF2-40B4-BE49-F238E27FC236}">
                <a16:creationId xmlns:a16="http://schemas.microsoft.com/office/drawing/2014/main" id="{833B7D9C-173F-441B-9128-0B29211D2373}"/>
              </a:ext>
            </a:extLst>
          </p:cNvPr>
          <p:cNvSpPr>
            <a:spLocks xmlns:a="http://schemas.openxmlformats.org/drawingml/2006/main" noGrp="1"/>
          </p:cNvSpPr>
          <p:nvPr/>
        </p:nvSpPr>
        <p:spPr>
          <a:xfrm xmlns:a="http://schemas.openxmlformats.org/drawingml/2006/main">
            <a:off x="2905125" y="32385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
            <a:extLst xmlns:a="http://schemas.openxmlformats.org/drawingml/2006/main">
              <a:ext uri="{FF2B5EF4-FFF2-40B4-BE49-F238E27FC236}">
                <a16:creationId xmlns:a16="http://schemas.microsoft.com/office/drawing/2014/main" id="{28E96D5E-EC2D-4B81-B8B6-0F36315E3603}"/>
              </a:ext>
            </a:extLst>
          </p:cNvPr>
          <p:cNvSpPr>
            <a:spLocks xmlns:a="http://schemas.openxmlformats.org/drawingml/2006/main" noGrp="1"/>
          </p:cNvSpPr>
          <p:nvPr/>
        </p:nvSpPr>
        <p:spPr>
          <a:xfrm xmlns:a="http://schemas.openxmlformats.org/drawingml/2006/main">
            <a:off x="4610100" y="28575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FC884CC4-78EE-4D86-969E-0085BB289A38}"/>
              </a:ext>
            </a:extLst>
          </p:cNvPr>
          <p:cNvSpPr>
            <a:spLocks xmlns:a="http://schemas.openxmlformats.org/drawingml/2006/main" noGrp="1"/>
          </p:cNvSpPr>
          <p:nvPr/>
        </p:nvSpPr>
        <p:spPr>
          <a:xfrm xmlns:a="http://schemas.openxmlformats.org/drawingml/2006/main">
            <a:off x="4857750" y="2476500"/>
            <a:ext cx="1809750" cy="1238250"/>
          </a:xfrm>
          <a:prstGeom xmlns:a="http://schemas.openxmlformats.org/drawingml/2006/main" prst="roundRect">
            <a:avLst>
              <a:gd name="adj" fmla="val 13846"/>
            </a:avLst>
          </a:prstGeom>
          <a:solidFill xmlns:a="http://schemas.openxmlformats.org/drawingml/2006/main">
            <a:srgbClr val="FFF5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0516EF-F5CF-4607-B0ED-1404102375E5}"/>
              </a:ext>
            </a:extLst>
          </p:cNvPr>
          <p:cNvSpPr>
            <a:spLocks xmlns:a="http://schemas.openxmlformats.org/drawingml/2006/main" noGrp="1"/>
          </p:cNvSpPr>
          <p:nvPr/>
        </p:nvSpPr>
        <p:spPr>
          <a:xfrm xmlns:a="http://schemas.openxmlformats.org/drawingml/2006/main">
            <a:off x="5000625" y="27432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
            <a:extLst xmlns:a="http://schemas.openxmlformats.org/drawingml/2006/main">
              <a:ext uri="{FF2B5EF4-FFF2-40B4-BE49-F238E27FC236}">
                <a16:creationId xmlns:a16="http://schemas.microsoft.com/office/drawing/2014/main" id="{9A5AA345-E04F-486F-AD05-C3B4E4DC9454}"/>
              </a:ext>
            </a:extLst>
          </p:cNvPr>
          <p:cNvSpPr>
            <a:spLocks xmlns:a="http://schemas.openxmlformats.org/drawingml/2006/main" noGrp="1"/>
          </p:cNvSpPr>
          <p:nvPr/>
        </p:nvSpPr>
        <p:spPr>
          <a:xfrm xmlns:a="http://schemas.openxmlformats.org/drawingml/2006/main">
            <a:off x="5000625" y="32385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5E6C80"/>
                </a:solidFill>
                <a:latin typeface="Arial"/>
                <a:ea typeface="Arial"/>
                <a:cs typeface="Arial"/>
              </a:defRPr>
            </a:pPr>
            <a:r>
              <a:rPr sz="1125">
                <a:solidFill>
                  <a:srgbClr val="5E6C80"/>
                </a:solidFill>
                <a:latin typeface="Arial"/>
                <a:ea typeface="Arial"/>
                <a:cs typeface="Arial"/>
              </a:rPr>
              <a:t>User is offered the draft</a:t>
            </a:r>
          </a:p>
        </p:txBody>
      </p:sp>
      <p:sp>
        <p:nvSpPr>
          <p:cNvPr id="16" name="">
            <a:extLst xmlns:a="http://schemas.openxmlformats.org/drawingml/2006/main">
              <a:ext uri="{FF2B5EF4-FFF2-40B4-BE49-F238E27FC236}">
                <a16:creationId xmlns:a16="http://schemas.microsoft.com/office/drawing/2014/main" id="{621362F8-7AD5-43D6-82A2-53505C056292}"/>
              </a:ext>
            </a:extLst>
          </p:cNvPr>
          <p:cNvSpPr>
            <a:spLocks xmlns:a="http://schemas.openxmlformats.org/drawingml/2006/main" noGrp="1"/>
          </p:cNvSpPr>
          <p:nvPr/>
        </p:nvSpPr>
        <p:spPr>
          <a:xfrm xmlns:a="http://schemas.openxmlformats.org/drawingml/2006/main">
            <a:off x="6705600" y="2857500"/>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05"/>
          </a:bodyPr>
          <a:lstStyle xmlns:a="http://schemas.openxmlformats.org/drawingml/2006/main"/>
          <a:p xmlns:a="http://schemas.openxmlformats.org/drawingml/2006/main">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EDD871C1-091A-4183-AC22-8FD8E737A0BF}"/>
              </a:ext>
            </a:extLst>
          </p:cNvPr>
          <p:cNvSpPr>
            <a:spLocks xmlns:a="http://schemas.openxmlformats.org/drawingml/2006/main" noGrp="1"/>
          </p:cNvSpPr>
          <p:nvPr/>
        </p:nvSpPr>
        <p:spPr>
          <a:xfrm xmlns:a="http://schemas.openxmlformats.org/drawingml/2006/main">
            <a:off x="6953250" y="2476500"/>
            <a:ext cx="1809750" cy="1238250"/>
          </a:xfrm>
          <a:prstGeom xmlns:a="http://schemas.openxmlformats.org/drawingml/2006/main" prst="roundRect">
            <a:avLst>
              <a:gd name="adj" fmla="val 13846"/>
            </a:avLst>
          </a:prstGeom>
          <a:solidFill xmlns:a="http://schemas.openxmlformats.org/drawingml/2006/main">
            <a:srgbClr val="10243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A655E98-4DDA-4C23-9C7D-D717F7ADE9DF}"/>
              </a:ext>
            </a:extLst>
          </p:cNvPr>
          <p:cNvSpPr>
            <a:spLocks xmlns:a="http://schemas.openxmlformats.org/drawingml/2006/main" noGrp="1"/>
          </p:cNvSpPr>
          <p:nvPr/>
        </p:nvSpPr>
        <p:spPr>
          <a:xfrm xmlns:a="http://schemas.openxmlformats.org/drawingml/2006/main">
            <a:off x="7096125" y="27432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
            <a:extLst xmlns:a="http://schemas.openxmlformats.org/drawingml/2006/main">
              <a:ext uri="{FF2B5EF4-FFF2-40B4-BE49-F238E27FC236}">
                <a16:creationId xmlns:a16="http://schemas.microsoft.com/office/drawing/2014/main" id="{25C4FDA1-DE62-4B36-8BA1-7B0E382EAD66}"/>
              </a:ext>
            </a:extLst>
          </p:cNvPr>
          <p:cNvSpPr>
            <a:spLocks xmlns:a="http://schemas.openxmlformats.org/drawingml/2006/main" noGrp="1"/>
          </p:cNvSpPr>
          <p:nvPr/>
        </p:nvSpPr>
        <p:spPr>
          <a:xfrm xmlns:a="http://schemas.openxmlformats.org/drawingml/2006/main">
            <a:off x="7096125" y="323850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85e71f1c44440af"/>
          <a:stretch xmlns:a="http://schemas.openxmlformats.org/drawingml/2006/main"/>
        </p:blipFill>
        <p:spPr>
          <a:xfrm xmlns:a="http://schemas.openxmlformats.org/drawingml/2006/main">
            <a:off x="9001125" y="4279927"/>
            <a:ext cx="2476500" cy="1393772"/>
          </a:xfrm>
          <a:prstGeom xmlns:a="http://schemas.openxmlformats.org/drawingml/2006/main" prst="roundRect">
            <a:avLst>
              <a:gd name="adj" fmla="val 11613"/>
            </a:avLst>
          </a:prstGeom>
        </p:spPr>
      </p:pic>
      <p:sp>
        <p:nvSpPr>
          <p:cNvPr id="21" name="">
            <a:extLst xmlns:a="http://schemas.openxmlformats.org/drawingml/2006/main">
              <a:ext uri="{FF2B5EF4-FFF2-40B4-BE49-F238E27FC236}">
                <a16:creationId xmlns:a16="http://schemas.microsoft.com/office/drawing/2014/main" id="{817D8E34-717C-4EDB-87E1-A8AE83A57B00}"/>
              </a:ext>
            </a:extLst>
          </p:cNvPr>
          <p:cNvSpPr>
            <a:spLocks xmlns:a="http://schemas.openxmlformats.org/drawingml/2006/main" noGrp="1"/>
          </p:cNvSpPr>
          <p:nvPr/>
        </p:nvSpPr>
        <p:spPr>
          <a:xfrm xmlns:a="http://schemas.openxmlformats.org/drawingml/2006/main">
            <a:off x="904875" y="44767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
            <a:extLst xmlns:a="http://schemas.openxmlformats.org/drawingml/2006/main">
              <a:ext uri="{FF2B5EF4-FFF2-40B4-BE49-F238E27FC236}">
                <a16:creationId xmlns:a16="http://schemas.microsoft.com/office/drawing/2014/main" id="{D04817FF-7B94-4EA9-9B99-52A2D09A3644}"/>
              </a:ext>
            </a:extLst>
          </p:cNvPr>
          <p:cNvSpPr>
            <a:spLocks xmlns:a="http://schemas.openxmlformats.org/drawingml/2006/main" noGrp="1"/>
          </p:cNvSpPr>
          <p:nvPr/>
        </p:nvSpPr>
        <p:spPr>
          <a:xfrm xmlns:a="http://schemas.openxmlformats.org/drawingml/2006/main">
            <a:off x="904875" y="48958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
            <a:extLst xmlns:a="http://schemas.openxmlformats.org/drawingml/2006/main">
              <a:ext uri="{FF2B5EF4-FFF2-40B4-BE49-F238E27FC236}">
                <a16:creationId xmlns:a16="http://schemas.microsoft.com/office/drawing/2014/main" id="{F36B73E8-D69F-49D0-A9CA-89774F9D4F08}"/>
              </a:ext>
            </a:extLst>
          </p:cNvPr>
          <p:cNvSpPr>
            <a:spLocks xmlns:a="http://schemas.openxmlformats.org/drawingml/2006/main" noGrp="1"/>
          </p:cNvSpPr>
          <p:nvPr/>
        </p:nvSpPr>
        <p:spPr>
          <a:xfrm xmlns:a="http://schemas.openxmlformats.org/drawingml/2006/main">
            <a:off x="904875" y="53149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Default session timeout: 60 minutes of inactivity.</a:t>
            </a:r>
          </a:p>
        </p:txBody>
      </p:sp>
      <p:sp>
        <p:nvSpPr>
          <p:cNvPr id="24" name="">
            <a:extLst xmlns:a="http://schemas.openxmlformats.org/drawingml/2006/main">
              <a:ext uri="{FF2B5EF4-FFF2-40B4-BE49-F238E27FC236}">
                <a16:creationId xmlns:a16="http://schemas.microsoft.com/office/drawing/2014/main" id="{35689D6F-BED9-42F5-A747-2B32696A8D41}"/>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
            <a:extLst xmlns:a="http://schemas.openxmlformats.org/drawingml/2006/main">
              <a:ext uri="{FF2B5EF4-FFF2-40B4-BE49-F238E27FC236}">
                <a16:creationId xmlns:a16="http://schemas.microsoft.com/office/drawing/2014/main" id="{28F518AA-88D4-45C7-87F2-719A83237961}"/>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06 / 12</a:t>
            </a:r>
          </a:p>
        </p:txBody>
      </p:sp>
    </p:spTree>
    <p:extLst>
      <p:ext uri="{BB962C8B-B14F-4D97-AF65-F5344CB8AC3E}">
        <p14:creationId xmlns:p14="http://schemas.microsoft.com/office/powerpoint/2010/main" val="1598165654"/>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417B7C-2EAA-4276-A715-02CF11A2D810}"/>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ORGANIZED STORAGE</a:t>
            </a:r>
          </a:p>
        </p:txBody>
      </p:sp>
      <p:sp>
        <p:nvSpPr>
          <p:cNvPr id="2" name="">
            <a:extLst xmlns:a="http://schemas.openxmlformats.org/drawingml/2006/main">
              <a:ext uri="{FF2B5EF4-FFF2-40B4-BE49-F238E27FC236}">
                <a16:creationId xmlns:a16="http://schemas.microsoft.com/office/drawing/2014/main" id="{7C16A8F3-C021-4DB9-A385-CAD02D7BF77D}"/>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
            <a:extLst xmlns:a="http://schemas.openxmlformats.org/drawingml/2006/main">
              <a:ext uri="{FF2B5EF4-FFF2-40B4-BE49-F238E27FC236}">
                <a16:creationId xmlns:a16="http://schemas.microsoft.com/office/drawing/2014/main" id="{C658D24E-E2B6-44B0-811F-3A3F1BA64EDE}"/>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66110D-1D2A-4811-8427-185B8FAC2E7C}"/>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record itself.</a:t>
            </a:r>
          </a:p>
        </p:txBody>
      </p:sp>
      <p:sp>
        <p:nvSpPr>
          <p:cNvPr id="5" name="">
            <a:extLst xmlns:a="http://schemas.openxmlformats.org/drawingml/2006/main">
              <a:ext uri="{FF2B5EF4-FFF2-40B4-BE49-F238E27FC236}">
                <a16:creationId xmlns:a16="http://schemas.microsoft.com/office/drawing/2014/main" id="{D0B523C8-A2FF-4168-A18E-76589CABA68F}"/>
              </a:ext>
            </a:extLst>
          </p:cNvPr>
          <p:cNvSpPr>
            <a:spLocks xmlns:a="http://schemas.openxmlformats.org/drawingml/2006/main" noGrp="1"/>
          </p:cNvSpPr>
          <p:nvPr/>
        </p:nvSpPr>
        <p:spPr>
          <a:xfrm xmlns:a="http://schemas.openxmlformats.org/drawingml/2006/main">
            <a:off x="666750" y="2333625"/>
            <a:ext cx="5334000" cy="2333625"/>
          </a:xfrm>
          <a:prstGeom xmlns:a="http://schemas.openxmlformats.org/drawingml/2006/main" prst="roundRect">
            <a:avLst>
              <a:gd name="adj" fmla="val 7347"/>
            </a:avLst>
          </a:prstGeom>
          <a:solidFill xmlns:a="http://schemas.openxmlformats.org/drawingml/2006/main">
            <a:srgbClr val="1024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3D04D5-9810-408D-A236-52508401F37F}"/>
              </a:ext>
            </a:extLst>
          </p:cNvPr>
          <p:cNvSpPr>
            <a:spLocks xmlns:a="http://schemas.openxmlformats.org/drawingml/2006/main" noGrp="1"/>
          </p:cNvSpPr>
          <p:nvPr/>
        </p:nvSpPr>
        <p:spPr>
          <a:xfrm xmlns:a="http://schemas.openxmlformats.org/drawingml/2006/main">
            <a:off x="1000125" y="29051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
            <a:extLst xmlns:a="http://schemas.openxmlformats.org/drawingml/2006/main">
              <a:ext uri="{FF2B5EF4-FFF2-40B4-BE49-F238E27FC236}">
                <a16:creationId xmlns:a16="http://schemas.microsoft.com/office/drawing/2014/main" id="{FA3A8507-3C4B-4C03-9049-5E3C8EAEEA30}"/>
              </a:ext>
            </a:extLst>
          </p:cNvPr>
          <p:cNvSpPr>
            <a:spLocks xmlns:a="http://schemas.openxmlformats.org/drawingml/2006/main" noGrp="1"/>
          </p:cNvSpPr>
          <p:nvPr/>
        </p:nvSpPr>
        <p:spPr>
          <a:xfrm xmlns:a="http://schemas.openxmlformats.org/drawingml/2006/main">
            <a:off x="1000125" y="35052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
            <a:extLst xmlns:a="http://schemas.openxmlformats.org/drawingml/2006/main">
              <a:ext uri="{FF2B5EF4-FFF2-40B4-BE49-F238E27FC236}">
                <a16:creationId xmlns:a16="http://schemas.microsoft.com/office/drawing/2014/main" id="{D8A4DA9D-C521-4C14-B7E0-1354BE318E9C}"/>
              </a:ext>
            </a:extLst>
          </p:cNvPr>
          <p:cNvSpPr>
            <a:spLocks xmlns:a="http://schemas.openxmlformats.org/drawingml/2006/main" noGrp="1"/>
          </p:cNvSpPr>
          <p:nvPr/>
        </p:nvSpPr>
        <p:spPr>
          <a:xfrm xmlns:a="http://schemas.openxmlformats.org/drawingml/2006/main">
            <a:off x="1000125" y="41148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sp>
        <p:nvSpPr>
          <p:cNvPr id="9" name="">
            <a:extLst xmlns:a="http://schemas.openxmlformats.org/drawingml/2006/main">
              <a:ext uri="{FF2B5EF4-FFF2-40B4-BE49-F238E27FC236}">
                <a16:creationId xmlns:a16="http://schemas.microsoft.com/office/drawing/2014/main" id="{5D04F9BD-C5F0-47B8-84CD-68C21064A71A}"/>
              </a:ext>
            </a:extLst>
          </p:cNvPr>
          <p:cNvSpPr>
            <a:spLocks xmlns:a="http://schemas.openxmlformats.org/drawingml/2006/main" noGrp="1"/>
          </p:cNvSpPr>
          <p:nvPr/>
        </p:nvSpPr>
        <p:spPr>
          <a:xfrm xmlns:a="http://schemas.openxmlformats.org/drawingml/2006/main">
            <a:off x="6762750" y="24288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63A"/>
                </a:solidFill>
                <a:latin typeface="Arial"/>
                <a:ea typeface="Arial"/>
                <a:cs typeface="Arial"/>
              </a:defRPr>
            </a:pPr>
            <a:r>
              <a:rPr sz="1875" b="1">
                <a:solidFill>
                  <a:srgbClr val="17263A"/>
                </a:solidFill>
                <a:latin typeface="Arial"/>
                <a:ea typeface="Arial"/>
                <a:cs typeface="Arial"/>
              </a:rPr>
              <a:t>How it is created</a:t>
            </a:r>
          </a:p>
        </p:txBody>
      </p:sp>
      <p:sp>
        <p:nvSpPr>
          <p:cNvPr id="10" name="">
            <a:extLst xmlns:a="http://schemas.openxmlformats.org/drawingml/2006/main">
              <a:ext uri="{FF2B5EF4-FFF2-40B4-BE49-F238E27FC236}">
                <a16:creationId xmlns:a16="http://schemas.microsoft.com/office/drawing/2014/main" id="{F45694D1-663A-4A88-866B-86409122B65A}"/>
              </a:ext>
            </a:extLst>
          </p:cNvPr>
          <p:cNvSpPr>
            <a:spLocks xmlns:a="http://schemas.openxmlformats.org/drawingml/2006/main" noGrp="1"/>
          </p:cNvSpPr>
          <p:nvPr/>
        </p:nvSpPr>
        <p:spPr>
          <a:xfrm xmlns:a="http://schemas.openxmlformats.org/drawingml/2006/main">
            <a:off x="6762750" y="29908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Year comes from the event date when available.</a:t>
            </a:r>
          </a:p>
        </p:txBody>
      </p:sp>
      <p:sp>
        <p:nvSpPr>
          <p:cNvPr id="11" name="">
            <a:extLst xmlns:a="http://schemas.openxmlformats.org/drawingml/2006/main">
              <a:ext uri="{FF2B5EF4-FFF2-40B4-BE49-F238E27FC236}">
                <a16:creationId xmlns:a16="http://schemas.microsoft.com/office/drawing/2014/main" id="{314AF177-B11F-4382-AA75-EE58DD2D5760}"/>
              </a:ext>
            </a:extLst>
          </p:cNvPr>
          <p:cNvSpPr>
            <a:spLocks xmlns:a="http://schemas.openxmlformats.org/drawingml/2006/main" noGrp="1"/>
          </p:cNvSpPr>
          <p:nvPr/>
        </p:nvSpPr>
        <p:spPr>
          <a:xfrm xmlns:a="http://schemas.openxmlformats.org/drawingml/2006/main">
            <a:off x="6762750" y="3486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Last name is normalized for a safe folder name.</a:t>
            </a:r>
          </a:p>
        </p:txBody>
      </p:sp>
      <p:sp>
        <p:nvSpPr>
          <p:cNvPr id="12" name="">
            <a:extLst xmlns:a="http://schemas.openxmlformats.org/drawingml/2006/main">
              <a:ext uri="{FF2B5EF4-FFF2-40B4-BE49-F238E27FC236}">
                <a16:creationId xmlns:a16="http://schemas.microsoft.com/office/drawing/2014/main" id="{5979BFEF-59A0-4792-BA0B-A62D9A174281}"/>
              </a:ext>
            </a:extLst>
          </p:cNvPr>
          <p:cNvSpPr>
            <a:spLocks xmlns:a="http://schemas.openxmlformats.org/drawingml/2006/main" noGrp="1"/>
          </p:cNvSpPr>
          <p:nvPr/>
        </p:nvSpPr>
        <p:spPr>
          <a:xfrm xmlns:a="http://schemas.openxmlformats.org/drawingml/2006/main">
            <a:off x="6762750" y="3981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318"/>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 and reconciled after edits.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13a715535114b5a"/>
          <a:stretch xmlns:a="http://schemas.openxmlformats.org/drawingml/2006/main"/>
        </p:blipFill>
        <p:spPr>
          <a:xfrm xmlns:a="http://schemas.openxmlformats.org/drawingml/2006/main">
            <a:off x="1488281" y="5000625"/>
            <a:ext cx="1785938" cy="1190625"/>
          </a:xfrm>
          <a:prstGeom xmlns:a="http://schemas.openxmlformats.org/drawingml/2006/main" prst="roundRect">
            <a:avLst>
              <a:gd name="adj" fmla="val 14400"/>
            </a:avLst>
          </a:prstGeom>
        </p:spPr>
      </p:pic>
      <p:sp>
        <p:nvSpPr>
          <p:cNvPr id="14" name="">
            <a:extLst xmlns:a="http://schemas.openxmlformats.org/drawingml/2006/main">
              <a:ext uri="{FF2B5EF4-FFF2-40B4-BE49-F238E27FC236}">
                <a16:creationId xmlns:a16="http://schemas.microsoft.com/office/drawing/2014/main" id="{6AD60A45-165A-4B71-805B-DA0FFC662E22}"/>
              </a:ext>
            </a:extLst>
          </p:cNvPr>
          <p:cNvSpPr>
            <a:spLocks xmlns:a="http://schemas.openxmlformats.org/drawingml/2006/main" noGrp="1"/>
          </p:cNvSpPr>
          <p:nvPr/>
        </p:nvSpPr>
        <p:spPr>
          <a:xfrm xmlns:a="http://schemas.openxmlformats.org/drawingml/2006/main">
            <a:off x="4476750" y="52863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392"/>
          </a:bodyPr>
          <a:lstStyle xmlns:a="http://schemas.openxmlformats.org/drawingml/2006/main"/>
          <a:p xmlns:a="http://schemas.openxmlformats.org/drawingml/2006/main">
            <a:pPr algn="l">
              <a:defRPr sz="1500" b="1">
                <a:solidFill>
                  <a:srgbClr val="17A673"/>
                </a:solidFill>
                <a:latin typeface="Arial"/>
                <a:ea typeface="Arial"/>
                <a:cs typeface="Arial"/>
              </a:defRPr>
            </a:pPr>
            <a:r>
              <a:rPr sz="1500" b="1">
                <a:solidFill>
                  <a:srgbClr val="17A673"/>
                </a:solidFill>
                <a:latin typeface="Arial"/>
                <a:ea typeface="Arial"/>
                <a:cs typeface="Arial"/>
              </a:rPr>
              <a:t>The database remains the source of truth; the folders make browsing practical.</a:t>
            </a:r>
          </a:p>
        </p:txBody>
      </p:sp>
      <p:sp>
        <p:nvSpPr>
          <p:cNvPr id="15" name="">
            <a:extLst xmlns:a="http://schemas.openxmlformats.org/drawingml/2006/main">
              <a:ext uri="{FF2B5EF4-FFF2-40B4-BE49-F238E27FC236}">
                <a16:creationId xmlns:a16="http://schemas.microsoft.com/office/drawing/2014/main" id="{6DA65764-7E87-45A2-9556-DB92D721507F}"/>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
            <a:extLst xmlns:a="http://schemas.openxmlformats.org/drawingml/2006/main">
              <a:ext uri="{FF2B5EF4-FFF2-40B4-BE49-F238E27FC236}">
                <a16:creationId xmlns:a16="http://schemas.microsoft.com/office/drawing/2014/main" id="{B176EA49-9096-4B25-ABB7-9102C44F2701}"/>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07 / 12</a:t>
            </a:r>
          </a:p>
        </p:txBody>
      </p:sp>
    </p:spTree>
    <p:extLst>
      <p:ext uri="{BB962C8B-B14F-4D97-AF65-F5344CB8AC3E}">
        <p14:creationId xmlns:p14="http://schemas.microsoft.com/office/powerpoint/2010/main" val="1715695503"/>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DC07C71-E23D-4EB4-AB6E-717F0F978AB8}"/>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CAPTURE</a:t>
            </a:r>
          </a:p>
        </p:txBody>
      </p:sp>
      <p:sp>
        <p:nvSpPr>
          <p:cNvPr id="2" name="">
            <a:extLst xmlns:a="http://schemas.openxmlformats.org/drawingml/2006/main">
              <a:ext uri="{FF2B5EF4-FFF2-40B4-BE49-F238E27FC236}">
                <a16:creationId xmlns:a16="http://schemas.microsoft.com/office/drawing/2014/main" id="{B2A43083-7FE2-49D0-AE9F-743306CCCEE7}"/>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Scanning, PDF upload, and OCR</a:t>
            </a:r>
          </a:p>
        </p:txBody>
      </p:sp>
      <p:sp>
        <p:nvSpPr>
          <p:cNvPr id="3" name="">
            <a:extLst xmlns:a="http://schemas.openxmlformats.org/drawingml/2006/main">
              <a:ext uri="{FF2B5EF4-FFF2-40B4-BE49-F238E27FC236}">
                <a16:creationId xmlns:a16="http://schemas.microsoft.com/office/drawing/2014/main" id="{CFB819EE-F376-48F1-8663-B005CC319ACF}"/>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5775FC-C9A1-4C9A-BA28-C77DCD9DE241}"/>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scanner or the browser.</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13a257abacf4899"/>
          <a:stretch xmlns:a="http://schemas.openxmlformats.org/drawingml/2006/main"/>
        </p:blipFill>
        <p:spPr>
          <a:xfrm xmlns:a="http://schemas.openxmlformats.org/drawingml/2006/main">
            <a:off x="609600" y="2303033"/>
            <a:ext cx="5524500" cy="3109183"/>
          </a:xfrm>
          <a:prstGeom xmlns:a="http://schemas.openxmlformats.org/drawingml/2006/main" prst="roundRect">
            <a:avLst>
              <a:gd name="adj" fmla="val 6667"/>
            </a:avLst>
          </a:prstGeom>
        </p:spPr>
      </p:pic>
      <p:sp>
        <p:nvSpPr>
          <p:cNvPr id="6" name="">
            <a:extLst xmlns:a="http://schemas.openxmlformats.org/drawingml/2006/main">
              <a:ext uri="{FF2B5EF4-FFF2-40B4-BE49-F238E27FC236}">
                <a16:creationId xmlns:a16="http://schemas.microsoft.com/office/drawing/2014/main" id="{FD80F10E-0DC7-4DB5-BB7F-1C77F0A3DF70}"/>
              </a:ext>
            </a:extLst>
          </p:cNvPr>
          <p:cNvSpPr>
            <a:spLocks xmlns:a="http://schemas.openxmlformats.org/drawingml/2006/main" noGrp="1"/>
          </p:cNvSpPr>
          <p:nvPr/>
        </p:nvSpPr>
        <p:spPr>
          <a:xfrm xmlns:a="http://schemas.openxmlformats.org/drawingml/2006/main">
            <a:off x="6762750" y="2381250"/>
            <a:ext cx="4476750" cy="2857500"/>
          </a:xfrm>
          <a:prstGeom xmlns:a="http://schemas.openxmlformats.org/drawingml/2006/main" prst="roundRect">
            <a:avLst>
              <a:gd name="adj" fmla="val 6000"/>
            </a:avLst>
          </a:prstGeom>
          <a:solidFill xmlns:a="http://schemas.openxmlformats.org/drawingml/2006/main">
            <a:srgbClr val="F5F7FB"/>
          </a:solidFill>
          <a:ln xmlns:a="http://schemas.openxmlformats.org/drawingml/2006/main" w="14288">
            <a:solidFill>
              <a:srgbClr val="D8E1ED"/>
            </a:solidFill>
          </a:ln>
        </p:spPr>
      </p:sp>
      <p:sp>
        <p:nvSpPr>
          <p:cNvPr id="7" name="">
            <a:extLst xmlns:a="http://schemas.openxmlformats.org/drawingml/2006/main">
              <a:ext uri="{FF2B5EF4-FFF2-40B4-BE49-F238E27FC236}">
                <a16:creationId xmlns:a16="http://schemas.microsoft.com/office/drawing/2014/main" id="{D3AF1F7B-6D54-4777-B619-7BF7230D4A27}"/>
              </a:ext>
            </a:extLst>
          </p:cNvPr>
          <p:cNvSpPr>
            <a:spLocks xmlns:a="http://schemas.openxmlformats.org/drawingml/2006/main" noGrp="1"/>
          </p:cNvSpPr>
          <p:nvPr/>
        </p:nvSpPr>
        <p:spPr>
          <a:xfrm xmlns:a="http://schemas.openxmlformats.org/drawingml/2006/main">
            <a:off x="7067550" y="2714625"/>
            <a:ext cx="419100" cy="361950"/>
          </a:xfrm>
          <a:prstGeom xmlns:a="http://schemas.openxmlformats.org/drawingml/2006/main" prst="roundRect">
            <a:avLst>
              <a:gd name="adj" fmla="val 42105"/>
            </a:avLst>
          </a:prstGeom>
          <a:solidFill xmlns:a="http://schemas.openxmlformats.org/drawingml/2006/main">
            <a:srgbClr val="2F6B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DF5315-30F6-4057-AD43-B7778FA485C3}"/>
              </a:ext>
            </a:extLst>
          </p:cNvPr>
          <p:cNvSpPr>
            <a:spLocks xmlns:a="http://schemas.openxmlformats.org/drawingml/2006/main" noGrp="1"/>
          </p:cNvSpPr>
          <p:nvPr/>
        </p:nvSpPr>
        <p:spPr>
          <a:xfrm xmlns:a="http://schemas.openxmlformats.org/drawingml/2006/main">
            <a:off x="7067550" y="2714625"/>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0E4E9224-0EE4-48D7-A553-F7D16715ED49}"/>
              </a:ext>
            </a:extLst>
          </p:cNvPr>
          <p:cNvSpPr>
            <a:spLocks xmlns:a="http://schemas.openxmlformats.org/drawingml/2006/main" noGrp="1"/>
          </p:cNvSpPr>
          <p:nvPr/>
        </p:nvSpPr>
        <p:spPr>
          <a:xfrm xmlns:a="http://schemas.openxmlformats.org/drawingml/2006/main">
            <a:off x="7667625" y="27051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
            <a:extLst xmlns:a="http://schemas.openxmlformats.org/drawingml/2006/main">
              <a:ext uri="{FF2B5EF4-FFF2-40B4-BE49-F238E27FC236}">
                <a16:creationId xmlns:a16="http://schemas.microsoft.com/office/drawing/2014/main" id="{F81C34B8-E825-4192-9C4D-642C03A6724D}"/>
              </a:ext>
            </a:extLst>
          </p:cNvPr>
          <p:cNvSpPr>
            <a:spLocks xmlns:a="http://schemas.openxmlformats.org/drawingml/2006/main" noGrp="1"/>
          </p:cNvSpPr>
          <p:nvPr/>
        </p:nvSpPr>
        <p:spPr>
          <a:xfrm xmlns:a="http://schemas.openxmlformats.org/drawingml/2006/main">
            <a:off x="7067550" y="3476625"/>
            <a:ext cx="419100" cy="361950"/>
          </a:xfrm>
          <a:prstGeom xmlns:a="http://schemas.openxmlformats.org/drawingml/2006/main" prst="roundRect">
            <a:avLst>
              <a:gd name="adj" fmla="val 42105"/>
            </a:avLst>
          </a:prstGeom>
          <a:solidFill xmlns:a="http://schemas.openxmlformats.org/drawingml/2006/main">
            <a:srgbClr val="17A67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F69D7E-12E6-486D-A9C1-339BD1A9498C}"/>
              </a:ext>
            </a:extLst>
          </p:cNvPr>
          <p:cNvSpPr>
            <a:spLocks xmlns:a="http://schemas.openxmlformats.org/drawingml/2006/main" noGrp="1"/>
          </p:cNvSpPr>
          <p:nvPr/>
        </p:nvSpPr>
        <p:spPr>
          <a:xfrm xmlns:a="http://schemas.openxmlformats.org/drawingml/2006/main">
            <a:off x="7067550" y="3476625"/>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EA2C3A6C-780B-45BD-958D-1F4EEC4D6FBF}"/>
              </a:ext>
            </a:extLst>
          </p:cNvPr>
          <p:cNvSpPr>
            <a:spLocks xmlns:a="http://schemas.openxmlformats.org/drawingml/2006/main" noGrp="1"/>
          </p:cNvSpPr>
          <p:nvPr/>
        </p:nvSpPr>
        <p:spPr>
          <a:xfrm xmlns:a="http://schemas.openxmlformats.org/drawingml/2006/main">
            <a:off x="7667625" y="34671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
            <a:extLst xmlns:a="http://schemas.openxmlformats.org/drawingml/2006/main">
              <a:ext uri="{FF2B5EF4-FFF2-40B4-BE49-F238E27FC236}">
                <a16:creationId xmlns:a16="http://schemas.microsoft.com/office/drawing/2014/main" id="{76CAC945-2BDB-43D7-BE1D-FDCAE9E6A268}"/>
              </a:ext>
            </a:extLst>
          </p:cNvPr>
          <p:cNvSpPr>
            <a:spLocks xmlns:a="http://schemas.openxmlformats.org/drawingml/2006/main" noGrp="1"/>
          </p:cNvSpPr>
          <p:nvPr/>
        </p:nvSpPr>
        <p:spPr>
          <a:xfrm xmlns:a="http://schemas.openxmlformats.org/drawingml/2006/main">
            <a:off x="7667625" y="3781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5E6C80"/>
                </a:solidFill>
                <a:latin typeface="Arial"/>
                <a:ea typeface="Arial"/>
                <a:cs typeface="Arial"/>
              </a:defRPr>
            </a:pPr>
            <a:r>
              <a:rPr sz="1200">
                <a:solidFill>
                  <a:srgbClr val="5E6C80"/>
                </a:solidFill>
                <a:latin typeface="Arial"/>
                <a:ea typeface="Arial"/>
                <a:cs typeface="Arial"/>
              </a:rPr>
              <a:t>Type and content checks run before storage.</a:t>
            </a:r>
          </a:p>
        </p:txBody>
      </p:sp>
      <p:sp>
        <p:nvSpPr>
          <p:cNvPr id="14" name="">
            <a:extLst xmlns:a="http://schemas.openxmlformats.org/drawingml/2006/main">
              <a:ext uri="{FF2B5EF4-FFF2-40B4-BE49-F238E27FC236}">
                <a16:creationId xmlns:a16="http://schemas.microsoft.com/office/drawing/2014/main" id="{54F4100B-CA4C-4BB0-AB75-AD38C655935C}"/>
              </a:ext>
            </a:extLst>
          </p:cNvPr>
          <p:cNvSpPr>
            <a:spLocks xmlns:a="http://schemas.openxmlformats.org/drawingml/2006/main" noGrp="1"/>
          </p:cNvSpPr>
          <p:nvPr/>
        </p:nvSpPr>
        <p:spPr>
          <a:xfrm xmlns:a="http://schemas.openxmlformats.org/drawingml/2006/main">
            <a:off x="7067550" y="4333875"/>
            <a:ext cx="419100" cy="361950"/>
          </a:xfrm>
          <a:prstGeom xmlns:a="http://schemas.openxmlformats.org/drawingml/2006/main" prst="roundRect">
            <a:avLst>
              <a:gd name="adj" fmla="val 42105"/>
            </a:avLst>
          </a:prstGeom>
          <a:solidFill xmlns:a="http://schemas.openxmlformats.org/drawingml/2006/main">
            <a:srgbClr val="F6B63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32A97B-B26E-4451-A345-43654AD30BAD}"/>
              </a:ext>
            </a:extLst>
          </p:cNvPr>
          <p:cNvSpPr>
            <a:spLocks xmlns:a="http://schemas.openxmlformats.org/drawingml/2006/main" noGrp="1"/>
          </p:cNvSpPr>
          <p:nvPr/>
        </p:nvSpPr>
        <p:spPr>
          <a:xfrm xmlns:a="http://schemas.openxmlformats.org/drawingml/2006/main">
            <a:off x="7067550" y="4333875"/>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07CC6918-3C94-45D2-8A9F-AB9A265B23A7}"/>
              </a:ext>
            </a:extLst>
          </p:cNvPr>
          <p:cNvSpPr>
            <a:spLocks xmlns:a="http://schemas.openxmlformats.org/drawingml/2006/main" noGrp="1"/>
          </p:cNvSpPr>
          <p:nvPr/>
        </p:nvSpPr>
        <p:spPr>
          <a:xfrm xmlns:a="http://schemas.openxmlformats.org/drawingml/2006/main">
            <a:off x="7667625" y="43243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
            <a:extLst xmlns:a="http://schemas.openxmlformats.org/drawingml/2006/main">
              <a:ext uri="{FF2B5EF4-FFF2-40B4-BE49-F238E27FC236}">
                <a16:creationId xmlns:a16="http://schemas.microsoft.com/office/drawing/2014/main" id="{609A1F09-1016-4974-9B13-DDCFCF002E97}"/>
              </a:ext>
            </a:extLst>
          </p:cNvPr>
          <p:cNvSpPr>
            <a:spLocks xmlns:a="http://schemas.openxmlformats.org/drawingml/2006/main" noGrp="1"/>
          </p:cNvSpPr>
          <p:nvPr/>
        </p:nvSpPr>
        <p:spPr>
          <a:xfrm xmlns:a="http://schemas.openxmlformats.org/drawingml/2006/main">
            <a:off x="7667625" y="46386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5E6C80"/>
                </a:solidFill>
                <a:latin typeface="Arial"/>
                <a:ea typeface="Arial"/>
                <a:cs typeface="Arial"/>
              </a:defRPr>
            </a:pPr>
            <a:r>
              <a:rPr sz="1200">
                <a:solidFill>
                  <a:srgbClr val="5E6C80"/>
                </a:solidFill>
                <a:latin typeface="Arial"/>
                <a:ea typeface="Arial"/>
                <a:cs typeface="Arial"/>
              </a:rPr>
              <a:t>The encoder verifies every extracted value.</a:t>
            </a:r>
          </a:p>
        </p:txBody>
      </p:sp>
      <p:sp>
        <p:nvSpPr>
          <p:cNvPr id="18" name="">
            <a:extLst xmlns:a="http://schemas.openxmlformats.org/drawingml/2006/main">
              <a:ext uri="{FF2B5EF4-FFF2-40B4-BE49-F238E27FC236}">
                <a16:creationId xmlns:a16="http://schemas.microsoft.com/office/drawing/2014/main" id="{D1F3D83F-0760-4060-B76C-84103AF0C32B}"/>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
            <a:extLst xmlns:a="http://schemas.openxmlformats.org/drawingml/2006/main">
              <a:ext uri="{FF2B5EF4-FFF2-40B4-BE49-F238E27FC236}">
                <a16:creationId xmlns:a16="http://schemas.microsoft.com/office/drawing/2014/main" id="{42B69520-52FD-4B40-8B33-1011064D8546}"/>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08 / 12</a:t>
            </a:r>
          </a:p>
        </p:txBody>
      </p:sp>
    </p:spTree>
    <p:extLst>
      <p:ext uri="{BB962C8B-B14F-4D97-AF65-F5344CB8AC3E}">
        <p14:creationId xmlns:p14="http://schemas.microsoft.com/office/powerpoint/2010/main" val="1293605351"/>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C3A42EF-12AE-459A-A50A-6B857A0B10D5}"/>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RETRIEVAL</a:t>
            </a:r>
          </a:p>
        </p:txBody>
      </p:sp>
      <p:sp>
        <p:nvSpPr>
          <p:cNvPr id="2" name="">
            <a:extLst xmlns:a="http://schemas.openxmlformats.org/drawingml/2006/main">
              <a:ext uri="{FF2B5EF4-FFF2-40B4-BE49-F238E27FC236}">
                <a16:creationId xmlns:a16="http://schemas.microsoft.com/office/drawing/2014/main" id="{91596461-62B1-44C4-BC89-484B2491B436}"/>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Search and PDF verification</a:t>
            </a:r>
          </a:p>
        </p:txBody>
      </p:sp>
      <p:sp>
        <p:nvSpPr>
          <p:cNvPr id="3" name="">
            <a:extLst xmlns:a="http://schemas.openxmlformats.org/drawingml/2006/main">
              <a:ext uri="{FF2B5EF4-FFF2-40B4-BE49-F238E27FC236}">
                <a16:creationId xmlns:a16="http://schemas.microsoft.com/office/drawing/2014/main" id="{88AF558C-C3E4-481B-BAB8-1A5C0D505620}"/>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452699-148E-4EE7-B9DE-867A198B4F94}"/>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Find the record, then check the data against the original document.</a:t>
            </a:r>
          </a:p>
        </p:txBody>
      </p:sp>
      <p:sp>
        <p:nvSpPr>
          <p:cNvPr id="5" name="">
            <a:extLst xmlns:a="http://schemas.openxmlformats.org/drawingml/2006/main">
              <a:ext uri="{FF2B5EF4-FFF2-40B4-BE49-F238E27FC236}">
                <a16:creationId xmlns:a16="http://schemas.microsoft.com/office/drawing/2014/main" id="{5AF6B2F1-74DD-4FC9-8F9F-8CCF8D3C846D}"/>
              </a:ext>
            </a:extLst>
          </p:cNvPr>
          <p:cNvSpPr>
            <a:spLocks xmlns:a="http://schemas.openxmlformats.org/drawingml/2006/main" noGrp="1"/>
          </p:cNvSpPr>
          <p:nvPr/>
        </p:nvSpPr>
        <p:spPr>
          <a:xfrm xmlns:a="http://schemas.openxmlformats.org/drawingml/2006/main">
            <a:off x="666750" y="2333625"/>
            <a:ext cx="4762500" cy="3048000"/>
          </a:xfrm>
          <a:prstGeom xmlns:a="http://schemas.openxmlformats.org/drawingml/2006/main" prst="roundRect">
            <a:avLst>
              <a:gd name="adj" fmla="val 5625"/>
            </a:avLst>
          </a:prstGeom>
          <a:solidFill xmlns:a="http://schemas.openxmlformats.org/drawingml/2006/main">
            <a:srgbClr val="FFFFFF"/>
          </a:solidFill>
          <a:ln xmlns:a="http://schemas.openxmlformats.org/drawingml/2006/main" w="14288">
            <a:solidFill>
              <a:srgbClr val="D8E1ED"/>
            </a:solidFill>
          </a:ln>
        </p:spPr>
      </p:sp>
      <p:sp>
        <p:nvSpPr>
          <p:cNvPr id="6" name="">
            <a:extLst xmlns:a="http://schemas.openxmlformats.org/drawingml/2006/main">
              <a:ext uri="{FF2B5EF4-FFF2-40B4-BE49-F238E27FC236}">
                <a16:creationId xmlns:a16="http://schemas.microsoft.com/office/drawing/2014/main" id="{8DC1CC14-3EF1-4EFD-A2BA-872001022B6A}"/>
              </a:ext>
            </a:extLst>
          </p:cNvPr>
          <p:cNvSpPr>
            <a:spLocks xmlns:a="http://schemas.openxmlformats.org/drawingml/2006/main" noGrp="1"/>
          </p:cNvSpPr>
          <p:nvPr/>
        </p:nvSpPr>
        <p:spPr>
          <a:xfrm xmlns:a="http://schemas.openxmlformats.org/drawingml/2006/main">
            <a:off x="952500" y="26193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
            <a:extLst xmlns:a="http://schemas.openxmlformats.org/drawingml/2006/main">
              <a:ext uri="{FF2B5EF4-FFF2-40B4-BE49-F238E27FC236}">
                <a16:creationId xmlns:a16="http://schemas.microsoft.com/office/drawing/2014/main" id="{4C0D057D-205C-4F05-ACF1-1E418D0972A8}"/>
              </a:ext>
            </a:extLst>
          </p:cNvPr>
          <p:cNvSpPr>
            <a:spLocks xmlns:a="http://schemas.openxmlformats.org/drawingml/2006/main" noGrp="1"/>
          </p:cNvSpPr>
          <p:nvPr/>
        </p:nvSpPr>
        <p:spPr>
          <a:xfrm xmlns:a="http://schemas.openxmlformats.org/drawingml/2006/main">
            <a:off x="952500" y="3143250"/>
            <a:ext cx="4000500" cy="457200"/>
          </a:xfrm>
          <a:prstGeom xmlns:a="http://schemas.openxmlformats.org/drawingml/2006/main" prst="roundRect">
            <a:avLst>
              <a:gd name="adj" fmla="val 37500"/>
            </a:avLst>
          </a:prstGeom>
          <a:solidFill xmlns:a="http://schemas.openxmlformats.org/drawingml/2006/main">
            <a:srgbClr val="F5F7FB"/>
          </a:solidFill>
          <a:ln xmlns:a="http://schemas.openxmlformats.org/drawingml/2006/main" w="9525">
            <a:solidFill>
              <a:srgbClr val="D8E1ED"/>
            </a:solidFill>
          </a:ln>
        </p:spPr>
      </p:sp>
      <p:sp>
        <p:nvSpPr>
          <p:cNvPr id="8" name="">
            <a:extLst xmlns:a="http://schemas.openxmlformats.org/drawingml/2006/main">
              <a:ext uri="{FF2B5EF4-FFF2-40B4-BE49-F238E27FC236}">
                <a16:creationId xmlns:a16="http://schemas.microsoft.com/office/drawing/2014/main" id="{970A0D22-269E-4D99-9B6E-5F86039C1E12}"/>
              </a:ext>
            </a:extLst>
          </p:cNvPr>
          <p:cNvSpPr>
            <a:spLocks xmlns:a="http://schemas.openxmlformats.org/drawingml/2006/main" noGrp="1"/>
          </p:cNvSpPr>
          <p:nvPr/>
        </p:nvSpPr>
        <p:spPr>
          <a:xfrm xmlns:a="http://schemas.openxmlformats.org/drawingml/2006/main">
            <a:off x="1143000" y="328612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5E6C80"/>
                </a:solidFill>
                <a:latin typeface="Arial"/>
                <a:ea typeface="Arial"/>
                <a:cs typeface="Arial"/>
              </a:defRPr>
            </a:pPr>
            <a:r>
              <a:rPr sz="1200">
                <a:solidFill>
                  <a:srgbClr val="5E6C80"/>
                </a:solidFill>
                <a:latin typeface="Arial"/>
                <a:ea typeface="Arial"/>
                <a:cs typeface="Arial"/>
              </a:rPr>
              <a:t>Name / registry number / date</a:t>
            </a:r>
          </a:p>
        </p:txBody>
      </p:sp>
      <p:sp>
        <p:nvSpPr>
          <p:cNvPr id="9" name="">
            <a:extLst xmlns:a="http://schemas.openxmlformats.org/drawingml/2006/main">
              <a:ext uri="{FF2B5EF4-FFF2-40B4-BE49-F238E27FC236}">
                <a16:creationId xmlns:a16="http://schemas.microsoft.com/office/drawing/2014/main" id="{E431FE69-2CE4-4934-8053-8E5F68F06650}"/>
              </a:ext>
            </a:extLst>
          </p:cNvPr>
          <p:cNvSpPr>
            <a:spLocks xmlns:a="http://schemas.openxmlformats.org/drawingml/2006/main" noGrp="1"/>
          </p:cNvSpPr>
          <p:nvPr/>
        </p:nvSpPr>
        <p:spPr>
          <a:xfrm xmlns:a="http://schemas.openxmlformats.org/drawingml/2006/main">
            <a:off x="3619500" y="3810000"/>
            <a:ext cx="1333500" cy="361950"/>
          </a:xfrm>
          <a:prstGeom xmlns:a="http://schemas.openxmlformats.org/drawingml/2006/main" prst="roundRect">
            <a:avLst>
              <a:gd name="adj" fmla="val 42105"/>
            </a:avLst>
          </a:prstGeom>
          <a:solidFill xmlns:a="http://schemas.openxmlformats.org/drawingml/2006/main">
            <a:srgbClr val="2F6B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76B1190-EC28-44E1-AAA1-BD8B324BDC2C}"/>
              </a:ext>
            </a:extLst>
          </p:cNvPr>
          <p:cNvSpPr>
            <a:spLocks xmlns:a="http://schemas.openxmlformats.org/drawingml/2006/main" noGrp="1"/>
          </p:cNvSpPr>
          <p:nvPr/>
        </p:nvSpPr>
        <p:spPr>
          <a:xfrm xmlns:a="http://schemas.openxmlformats.org/drawingml/2006/main">
            <a:off x="3619500" y="38100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
            <a:extLst xmlns:a="http://schemas.openxmlformats.org/drawingml/2006/main">
              <a:ext uri="{FF2B5EF4-FFF2-40B4-BE49-F238E27FC236}">
                <a16:creationId xmlns:a16="http://schemas.microsoft.com/office/drawing/2014/main" id="{9A0337C1-6D41-4985-A7C8-C23528FD9587}"/>
              </a:ext>
            </a:extLst>
          </p:cNvPr>
          <p:cNvSpPr>
            <a:spLocks xmlns:a="http://schemas.openxmlformats.org/drawingml/2006/main" noGrp="1"/>
          </p:cNvSpPr>
          <p:nvPr/>
        </p:nvSpPr>
        <p:spPr>
          <a:xfrm xmlns:a="http://schemas.openxmlformats.org/drawingml/2006/main">
            <a:off x="1000125" y="44291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
            <a:extLst xmlns:a="http://schemas.openxmlformats.org/drawingml/2006/main">
              <a:ext uri="{FF2B5EF4-FFF2-40B4-BE49-F238E27FC236}">
                <a16:creationId xmlns:a16="http://schemas.microsoft.com/office/drawing/2014/main" id="{539867F1-DE7C-402D-966A-E3F4F281D2C1}"/>
              </a:ext>
            </a:extLst>
          </p:cNvPr>
          <p:cNvSpPr>
            <a:spLocks xmlns:a="http://schemas.openxmlformats.org/drawingml/2006/main" noGrp="1"/>
          </p:cNvSpPr>
          <p:nvPr/>
        </p:nvSpPr>
        <p:spPr>
          <a:xfrm xmlns:a="http://schemas.openxmlformats.org/drawingml/2006/main">
            <a:off x="1000125" y="48101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
            <a:extLst xmlns:a="http://schemas.openxmlformats.org/drawingml/2006/main">
              <a:ext uri="{FF2B5EF4-FFF2-40B4-BE49-F238E27FC236}">
                <a16:creationId xmlns:a16="http://schemas.microsoft.com/office/drawing/2014/main" id="{B34ED9C7-C26E-4663-90B9-B307F8B1BF71}"/>
              </a:ext>
            </a:extLst>
          </p:cNvPr>
          <p:cNvSpPr>
            <a:spLocks xmlns:a="http://schemas.openxmlformats.org/drawingml/2006/main" noGrp="1"/>
          </p:cNvSpPr>
          <p:nvPr/>
        </p:nvSpPr>
        <p:spPr>
          <a:xfrm xmlns:a="http://schemas.openxmlformats.org/drawingml/2006/main">
            <a:off x="6191250" y="2333625"/>
            <a:ext cx="5334000" cy="3048000"/>
          </a:xfrm>
          <a:prstGeom xmlns:a="http://schemas.openxmlformats.org/drawingml/2006/main" prst="roundRect">
            <a:avLst>
              <a:gd name="adj" fmla="val 5625"/>
            </a:avLst>
          </a:prstGeom>
          <a:solidFill xmlns:a="http://schemas.openxmlformats.org/drawingml/2006/main">
            <a:srgbClr val="10243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8E711A6-F143-402B-B826-B7E1715B4956}"/>
              </a:ext>
            </a:extLst>
          </p:cNvPr>
          <p:cNvSpPr>
            <a:spLocks xmlns:a="http://schemas.openxmlformats.org/drawingml/2006/main" noGrp="1"/>
          </p:cNvSpPr>
          <p:nvPr/>
        </p:nvSpPr>
        <p:spPr>
          <a:xfrm xmlns:a="http://schemas.openxmlformats.org/drawingml/2006/main">
            <a:off x="6524625" y="26193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
            <a:extLst xmlns:a="http://schemas.openxmlformats.org/drawingml/2006/main">
              <a:ext uri="{FF2B5EF4-FFF2-40B4-BE49-F238E27FC236}">
                <a16:creationId xmlns:a16="http://schemas.microsoft.com/office/drawing/2014/main" id="{72F297B7-8ABD-4B63-9D0D-5D4B0DCEB432}"/>
              </a:ext>
            </a:extLst>
          </p:cNvPr>
          <p:cNvSpPr>
            <a:spLocks xmlns:a="http://schemas.openxmlformats.org/drawingml/2006/main" noGrp="1"/>
          </p:cNvSpPr>
          <p:nvPr/>
        </p:nvSpPr>
        <p:spPr>
          <a:xfrm xmlns:a="http://schemas.openxmlformats.org/drawingml/2006/main">
            <a:off x="6524625" y="3190875"/>
            <a:ext cx="2095500" cy="1619250"/>
          </a:xfrm>
          <a:prstGeom xmlns:a="http://schemas.openxmlformats.org/drawingml/2006/main" prst="roundRect">
            <a:avLst>
              <a:gd name="adj" fmla="val 10588"/>
            </a:avLst>
          </a:prstGeom>
          <a:solidFill xmlns:a="http://schemas.openxmlformats.org/drawingml/2006/main">
            <a:srgbClr val="EAF2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84372A-94D6-45BB-8FD6-5C020BC592B5}"/>
              </a:ext>
            </a:extLst>
          </p:cNvPr>
          <p:cNvSpPr>
            <a:spLocks xmlns:a="http://schemas.openxmlformats.org/drawingml/2006/main" noGrp="1"/>
          </p:cNvSpPr>
          <p:nvPr/>
        </p:nvSpPr>
        <p:spPr>
          <a:xfrm xmlns:a="http://schemas.openxmlformats.org/drawingml/2006/main">
            <a:off x="6762750" y="3714750"/>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309"/>
          </a:bodyPr>
          <a:lstStyle xmlns:a="http://schemas.openxmlformats.org/drawingml/2006/main"/>
          <a:p xmlns:a="http://schemas.openxmlformats.org/drawingml/2006/main">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xmlns:a="http://schemas.openxmlformats.org/drawingml/2006/main">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
            <a:extLst xmlns:a="http://schemas.openxmlformats.org/drawingml/2006/main">
              <a:ext uri="{FF2B5EF4-FFF2-40B4-BE49-F238E27FC236}">
                <a16:creationId xmlns:a16="http://schemas.microsoft.com/office/drawing/2014/main" id="{0CC57BFC-A1D0-4778-8D05-5A91E1B77BDE}"/>
              </a:ext>
            </a:extLst>
          </p:cNvPr>
          <p:cNvSpPr>
            <a:spLocks xmlns:a="http://schemas.openxmlformats.org/drawingml/2006/main" noGrp="1"/>
          </p:cNvSpPr>
          <p:nvPr/>
        </p:nvSpPr>
        <p:spPr>
          <a:xfrm xmlns:a="http://schemas.openxmlformats.org/drawingml/2006/main">
            <a:off x="9001125" y="3190875"/>
            <a:ext cx="2095500" cy="1619250"/>
          </a:xfrm>
          <a:prstGeom xmlns:a="http://schemas.openxmlformats.org/drawingml/2006/main" prst="roundRect">
            <a:avLst>
              <a:gd name="adj" fmla="val 10588"/>
            </a:avLst>
          </a:prstGeom>
          <a:solidFill xmlns:a="http://schemas.openxmlformats.org/drawingml/2006/main">
            <a:srgbClr val="E9F8F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DC8FA0-994A-4DB8-A214-13636DD2EC6B}"/>
              </a:ext>
            </a:extLst>
          </p:cNvPr>
          <p:cNvSpPr>
            <a:spLocks xmlns:a="http://schemas.openxmlformats.org/drawingml/2006/main" noGrp="1"/>
          </p:cNvSpPr>
          <p:nvPr/>
        </p:nvSpPr>
        <p:spPr>
          <a:xfrm xmlns:a="http://schemas.openxmlformats.org/drawingml/2006/main">
            <a:off x="9239250" y="3714750"/>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309"/>
          </a:bodyPr>
          <a:lstStyle xmlns:a="http://schemas.openxmlformats.org/drawingml/2006/main"/>
          <a:p xmlns:a="http://schemas.openxmlformats.org/drawingml/2006/main">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xmlns:a="http://schemas.openxmlformats.org/drawingml/2006/main">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
            <a:extLst xmlns:a="http://schemas.openxmlformats.org/drawingml/2006/main">
              <a:ext uri="{FF2B5EF4-FFF2-40B4-BE49-F238E27FC236}">
                <a16:creationId xmlns:a16="http://schemas.microsoft.com/office/drawing/2014/main" id="{F628ABD3-1CFF-40FE-8AE5-8521247CB097}"/>
              </a:ext>
            </a:extLst>
          </p:cNvPr>
          <p:cNvSpPr>
            <a:spLocks xmlns:a="http://schemas.openxmlformats.org/drawingml/2006/main" noGrp="1"/>
          </p:cNvSpPr>
          <p:nvPr/>
        </p:nvSpPr>
        <p:spPr>
          <a:xfrm xmlns:a="http://schemas.openxmlformats.org/drawingml/2006/main">
            <a:off x="6524625" y="50482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a:solidFill>
                  <a:srgbClr val="BFD0E7"/>
                </a:solidFill>
                <a:latin typeface="Arial"/>
                <a:ea typeface="Arial"/>
                <a:cs typeface="Arial"/>
              </a:defRPr>
            </a:pPr>
            <a:r>
              <a:rPr sz="1350">
                <a:solidFill>
                  <a:srgbClr val="BFD0E7"/>
                </a:solidFill>
                <a:latin typeface="Arial"/>
                <a:ea typeface="Arial"/>
                <a:cs typeface="Arial"/>
              </a:rPr>
              <a:t>Review before approval</a:t>
            </a:r>
          </a:p>
        </p:txBody>
      </p:sp>
      <p:sp>
        <p:nvSpPr>
          <p:cNvPr id="20" name="">
            <a:extLst xmlns:a="http://schemas.openxmlformats.org/drawingml/2006/main">
              <a:ext uri="{FF2B5EF4-FFF2-40B4-BE49-F238E27FC236}">
                <a16:creationId xmlns:a16="http://schemas.microsoft.com/office/drawing/2014/main" id="{4615C61E-5288-4734-A76A-4E32B67F9473}"/>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
            <a:extLst xmlns:a="http://schemas.openxmlformats.org/drawingml/2006/main">
              <a:ext uri="{FF2B5EF4-FFF2-40B4-BE49-F238E27FC236}">
                <a16:creationId xmlns:a16="http://schemas.microsoft.com/office/drawing/2014/main" id="{89ED6ADC-14B9-40CB-AF85-6FAC042A4D4C}"/>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09 / 12</a:t>
            </a:r>
          </a:p>
        </p:txBody>
      </p:sp>
    </p:spTree>
    <p:extLst>
      <p:ext uri="{BB962C8B-B14F-4D97-AF65-F5344CB8AC3E}">
        <p14:creationId xmlns:p14="http://schemas.microsoft.com/office/powerpoint/2010/main" val="1934465455"/>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8FBEDA8-9484-4B51-98AB-7045F6B29129}"/>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EB7FF"/>
                </a:solidFill>
                <a:latin typeface="Arial"/>
                <a:ea typeface="Arial"/>
                <a:cs typeface="Arial"/>
              </a:defRPr>
            </a:pPr>
            <a:r>
              <a:rPr sz="975" b="1">
                <a:solidFill>
                  <a:srgbClr val="8EB7FF"/>
                </a:solidFill>
                <a:latin typeface="Arial"/>
                <a:ea typeface="Arial"/>
                <a:cs typeface="Arial"/>
              </a:rPr>
              <a:t>DEFENSE IN DEPTH</a:t>
            </a:r>
          </a:p>
        </p:txBody>
      </p:sp>
      <p:sp>
        <p:nvSpPr>
          <p:cNvPr id="2" name="">
            <a:extLst xmlns:a="http://schemas.openxmlformats.org/drawingml/2006/main">
              <a:ext uri="{FF2B5EF4-FFF2-40B4-BE49-F238E27FC236}">
                <a16:creationId xmlns:a16="http://schemas.microsoft.com/office/drawing/2014/main" id="{1C6FD7E1-4040-4DCA-A903-C56B9042DEB8}"/>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
            <a:extLst xmlns:a="http://schemas.openxmlformats.org/drawingml/2006/main">
              <a:ext uri="{FF2B5EF4-FFF2-40B4-BE49-F238E27FC236}">
                <a16:creationId xmlns:a16="http://schemas.microsoft.com/office/drawing/2014/main" id="{C68D053A-F95E-4CF9-B340-9181810E43D2}"/>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4A8D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3097BA-3B94-4BE3-A6BD-62B52EEFFC68}"/>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BFD0E7"/>
                </a:solidFill>
                <a:latin typeface="Arial"/>
                <a:ea typeface="Arial"/>
                <a:cs typeface="Arial"/>
              </a:defRPr>
            </a:pPr>
            <a:r>
              <a:rPr sz="1650">
                <a:solidFill>
                  <a:srgbClr val="BFD0E7"/>
                </a:solidFill>
                <a:latin typeface="Arial"/>
                <a:ea typeface="Arial"/>
                <a:cs typeface="Arial"/>
              </a:rPr>
              <a:t>Controls protect the account, the request, the file, and the audit trail.</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0115e4b0e4e4ea5"/>
          <a:stretch xmlns:a="http://schemas.openxmlformats.org/drawingml/2006/main"/>
        </p:blipFill>
        <p:spPr>
          <a:xfrm xmlns:a="http://schemas.openxmlformats.org/drawingml/2006/main">
            <a:off x="7953375" y="2270590"/>
            <a:ext cx="3524250" cy="1983445"/>
          </a:xfrm>
          <a:prstGeom xmlns:a="http://schemas.openxmlformats.org/drawingml/2006/main" prst="roundRect">
            <a:avLst>
              <a:gd name="adj" fmla="val 8163"/>
            </a:avLst>
          </a:prstGeom>
        </p:spPr>
      </p:pic>
      <p:sp>
        <p:nvSpPr>
          <p:cNvPr id="6" name="">
            <a:extLst xmlns:a="http://schemas.openxmlformats.org/drawingml/2006/main">
              <a:ext uri="{FF2B5EF4-FFF2-40B4-BE49-F238E27FC236}">
                <a16:creationId xmlns:a16="http://schemas.microsoft.com/office/drawing/2014/main" id="{FA21DF98-A967-463C-90FF-709620978F7C}"/>
              </a:ext>
            </a:extLst>
          </p:cNvPr>
          <p:cNvSpPr>
            <a:spLocks xmlns:a="http://schemas.openxmlformats.org/drawingml/2006/main" noGrp="1"/>
          </p:cNvSpPr>
          <p:nvPr/>
        </p:nvSpPr>
        <p:spPr>
          <a:xfrm xmlns:a="http://schemas.openxmlformats.org/drawingml/2006/main">
            <a:off x="666750" y="2381250"/>
            <a:ext cx="3143250" cy="857250"/>
          </a:xfrm>
          <a:prstGeom xmlns:a="http://schemas.openxmlformats.org/drawingml/2006/main" prst="roundRect">
            <a:avLst>
              <a:gd name="adj" fmla="val 20000"/>
            </a:avLst>
          </a:prstGeom>
          <a:solidFill xmlns:a="http://schemas.openxmlformats.org/drawingml/2006/main">
            <a:srgbClr val="183657"/>
          </a:solidFill>
          <a:ln xmlns:a="http://schemas.openxmlformats.org/drawingml/2006/main" w="19050">
            <a:solidFill>
              <a:srgbClr val="2F6BDE"/>
            </a:solidFill>
          </a:ln>
        </p:spPr>
      </p:sp>
      <p:sp>
        <p:nvSpPr>
          <p:cNvPr id="7" name="">
            <a:extLst xmlns:a="http://schemas.openxmlformats.org/drawingml/2006/main">
              <a:ext uri="{FF2B5EF4-FFF2-40B4-BE49-F238E27FC236}">
                <a16:creationId xmlns:a16="http://schemas.microsoft.com/office/drawing/2014/main" id="{69079789-EA5E-476D-B2AA-04176263CFE2}"/>
              </a:ext>
            </a:extLst>
          </p:cNvPr>
          <p:cNvSpPr>
            <a:spLocks xmlns:a="http://schemas.openxmlformats.org/drawingml/2006/main" noGrp="1"/>
          </p:cNvSpPr>
          <p:nvPr/>
        </p:nvSpPr>
        <p:spPr>
          <a:xfrm xmlns:a="http://schemas.openxmlformats.org/drawingml/2006/main">
            <a:off x="838200" y="2533650"/>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
            <a:extLst xmlns:a="http://schemas.openxmlformats.org/drawingml/2006/main">
              <a:ext uri="{FF2B5EF4-FFF2-40B4-BE49-F238E27FC236}">
                <a16:creationId xmlns:a16="http://schemas.microsoft.com/office/drawing/2014/main" id="{4AC3EF3C-9F47-45E2-8030-30A790AC548B}"/>
              </a:ext>
            </a:extLst>
          </p:cNvPr>
          <p:cNvSpPr>
            <a:spLocks xmlns:a="http://schemas.openxmlformats.org/drawingml/2006/main" noGrp="1"/>
          </p:cNvSpPr>
          <p:nvPr/>
        </p:nvSpPr>
        <p:spPr>
          <a:xfrm xmlns:a="http://schemas.openxmlformats.org/drawingml/2006/main">
            <a:off x="838200" y="28479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BFD0E7"/>
                </a:solidFill>
                <a:latin typeface="Arial"/>
                <a:ea typeface="Arial"/>
                <a:cs typeface="Arial"/>
              </a:defRPr>
            </a:pPr>
            <a:r>
              <a:rPr sz="1125">
                <a:solidFill>
                  <a:srgbClr val="BFD0E7"/>
                </a:solidFill>
                <a:latin typeface="Arial"/>
                <a:ea typeface="Arial"/>
                <a:cs typeface="Arial"/>
              </a:rPr>
              <a:t>5 login attempts / 5-minute window</a:t>
            </a:r>
          </a:p>
        </p:txBody>
      </p:sp>
      <p:sp>
        <p:nvSpPr>
          <p:cNvPr id="9" name="">
            <a:extLst xmlns:a="http://schemas.openxmlformats.org/drawingml/2006/main">
              <a:ext uri="{FF2B5EF4-FFF2-40B4-BE49-F238E27FC236}">
                <a16:creationId xmlns:a16="http://schemas.microsoft.com/office/drawing/2014/main" id="{0ACD6759-CC85-44B4-807F-8EF50DCFECBB}"/>
              </a:ext>
            </a:extLst>
          </p:cNvPr>
          <p:cNvSpPr>
            <a:spLocks xmlns:a="http://schemas.openxmlformats.org/drawingml/2006/main" noGrp="1"/>
          </p:cNvSpPr>
          <p:nvPr/>
        </p:nvSpPr>
        <p:spPr>
          <a:xfrm xmlns:a="http://schemas.openxmlformats.org/drawingml/2006/main">
            <a:off x="4238625" y="2381250"/>
            <a:ext cx="3143250" cy="857250"/>
          </a:xfrm>
          <a:prstGeom xmlns:a="http://schemas.openxmlformats.org/drawingml/2006/main" prst="roundRect">
            <a:avLst>
              <a:gd name="adj" fmla="val 20000"/>
            </a:avLst>
          </a:prstGeom>
          <a:solidFill xmlns:a="http://schemas.openxmlformats.org/drawingml/2006/main">
            <a:srgbClr val="183657"/>
          </a:solidFill>
          <a:ln xmlns:a="http://schemas.openxmlformats.org/drawingml/2006/main" w="19050">
            <a:solidFill>
              <a:srgbClr val="17A673"/>
            </a:solidFill>
          </a:ln>
        </p:spPr>
      </p:sp>
      <p:sp>
        <p:nvSpPr>
          <p:cNvPr id="10" name="">
            <a:extLst xmlns:a="http://schemas.openxmlformats.org/drawingml/2006/main">
              <a:ext uri="{FF2B5EF4-FFF2-40B4-BE49-F238E27FC236}">
                <a16:creationId xmlns:a16="http://schemas.microsoft.com/office/drawing/2014/main" id="{2B2AA234-D744-4E6A-8349-322FFED132B3}"/>
              </a:ext>
            </a:extLst>
          </p:cNvPr>
          <p:cNvSpPr>
            <a:spLocks xmlns:a="http://schemas.openxmlformats.org/drawingml/2006/main" noGrp="1"/>
          </p:cNvSpPr>
          <p:nvPr/>
        </p:nvSpPr>
        <p:spPr>
          <a:xfrm xmlns:a="http://schemas.openxmlformats.org/drawingml/2006/main">
            <a:off x="4410075" y="2533650"/>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
            <a:extLst xmlns:a="http://schemas.openxmlformats.org/drawingml/2006/main">
              <a:ext uri="{FF2B5EF4-FFF2-40B4-BE49-F238E27FC236}">
                <a16:creationId xmlns:a16="http://schemas.microsoft.com/office/drawing/2014/main" id="{0365DE7B-4B59-46FB-9E78-DFF3B0983DD1}"/>
              </a:ext>
            </a:extLst>
          </p:cNvPr>
          <p:cNvSpPr>
            <a:spLocks xmlns:a="http://schemas.openxmlformats.org/drawingml/2006/main" noGrp="1"/>
          </p:cNvSpPr>
          <p:nvPr/>
        </p:nvSpPr>
        <p:spPr>
          <a:xfrm xmlns:a="http://schemas.openxmlformats.org/drawingml/2006/main">
            <a:off x="4410075" y="28479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
            <a:extLst xmlns:a="http://schemas.openxmlformats.org/drawingml/2006/main">
              <a:ext uri="{FF2B5EF4-FFF2-40B4-BE49-F238E27FC236}">
                <a16:creationId xmlns:a16="http://schemas.microsoft.com/office/drawing/2014/main" id="{563679B4-EEA8-4A02-8EAA-180D1611322F}"/>
              </a:ext>
            </a:extLst>
          </p:cNvPr>
          <p:cNvSpPr>
            <a:spLocks xmlns:a="http://schemas.openxmlformats.org/drawingml/2006/main" noGrp="1"/>
          </p:cNvSpPr>
          <p:nvPr/>
        </p:nvSpPr>
        <p:spPr>
          <a:xfrm xmlns:a="http://schemas.openxmlformats.org/drawingml/2006/main">
            <a:off x="666750" y="3476625"/>
            <a:ext cx="3143250" cy="857250"/>
          </a:xfrm>
          <a:prstGeom xmlns:a="http://schemas.openxmlformats.org/drawingml/2006/main" prst="roundRect">
            <a:avLst>
              <a:gd name="adj" fmla="val 20000"/>
            </a:avLst>
          </a:prstGeom>
          <a:solidFill xmlns:a="http://schemas.openxmlformats.org/drawingml/2006/main">
            <a:srgbClr val="183657"/>
          </a:solidFill>
          <a:ln xmlns:a="http://schemas.openxmlformats.org/drawingml/2006/main" w="19050">
            <a:solidFill>
              <a:srgbClr val="7B61D1"/>
            </a:solidFill>
          </a:ln>
        </p:spPr>
      </p:sp>
      <p:sp>
        <p:nvSpPr>
          <p:cNvPr id="13" name="">
            <a:extLst xmlns:a="http://schemas.openxmlformats.org/drawingml/2006/main">
              <a:ext uri="{FF2B5EF4-FFF2-40B4-BE49-F238E27FC236}">
                <a16:creationId xmlns:a16="http://schemas.microsoft.com/office/drawing/2014/main" id="{6CD6FBAF-FF63-45C4-BD3D-865BAFAF0AA2}"/>
              </a:ext>
            </a:extLst>
          </p:cNvPr>
          <p:cNvSpPr>
            <a:spLocks xmlns:a="http://schemas.openxmlformats.org/drawingml/2006/main" noGrp="1"/>
          </p:cNvSpPr>
          <p:nvPr/>
        </p:nvSpPr>
        <p:spPr>
          <a:xfrm xmlns:a="http://schemas.openxmlformats.org/drawingml/2006/main">
            <a:off x="838200" y="36290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
            <a:extLst xmlns:a="http://schemas.openxmlformats.org/drawingml/2006/main">
              <a:ext uri="{FF2B5EF4-FFF2-40B4-BE49-F238E27FC236}">
                <a16:creationId xmlns:a16="http://schemas.microsoft.com/office/drawing/2014/main" id="{ED71ECEF-D47B-46E7-A05C-E5C92E50C5A5}"/>
              </a:ext>
            </a:extLst>
          </p:cNvPr>
          <p:cNvSpPr>
            <a:spLocks xmlns:a="http://schemas.openxmlformats.org/drawingml/2006/main" noGrp="1"/>
          </p:cNvSpPr>
          <p:nvPr/>
        </p:nvSpPr>
        <p:spPr>
          <a:xfrm xmlns:a="http://schemas.openxmlformats.org/drawingml/2006/main">
            <a:off x="838200" y="394335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
            <a:extLst xmlns:a="http://schemas.openxmlformats.org/drawingml/2006/main">
              <a:ext uri="{FF2B5EF4-FFF2-40B4-BE49-F238E27FC236}">
                <a16:creationId xmlns:a16="http://schemas.microsoft.com/office/drawing/2014/main" id="{3BB8BC99-58D5-4C4D-A354-3FF1835CC135}"/>
              </a:ext>
            </a:extLst>
          </p:cNvPr>
          <p:cNvSpPr>
            <a:spLocks xmlns:a="http://schemas.openxmlformats.org/drawingml/2006/main" noGrp="1"/>
          </p:cNvSpPr>
          <p:nvPr/>
        </p:nvSpPr>
        <p:spPr>
          <a:xfrm xmlns:a="http://schemas.openxmlformats.org/drawingml/2006/main">
            <a:off x="4238625" y="3476625"/>
            <a:ext cx="3143250" cy="857250"/>
          </a:xfrm>
          <a:prstGeom xmlns:a="http://schemas.openxmlformats.org/drawingml/2006/main" prst="roundRect">
            <a:avLst>
              <a:gd name="adj" fmla="val 20000"/>
            </a:avLst>
          </a:prstGeom>
          <a:solidFill xmlns:a="http://schemas.openxmlformats.org/drawingml/2006/main">
            <a:srgbClr val="183657"/>
          </a:solidFill>
          <a:ln xmlns:a="http://schemas.openxmlformats.org/drawingml/2006/main" w="19050">
            <a:solidFill>
              <a:srgbClr val="F6B638"/>
            </a:solidFill>
          </a:ln>
        </p:spPr>
      </p:sp>
      <p:sp>
        <p:nvSpPr>
          <p:cNvPr id="16" name="">
            <a:extLst xmlns:a="http://schemas.openxmlformats.org/drawingml/2006/main">
              <a:ext uri="{FF2B5EF4-FFF2-40B4-BE49-F238E27FC236}">
                <a16:creationId xmlns:a16="http://schemas.microsoft.com/office/drawing/2014/main" id="{09DD9B7C-B458-4076-AB3C-3DF025DE11DD}"/>
              </a:ext>
            </a:extLst>
          </p:cNvPr>
          <p:cNvSpPr>
            <a:spLocks xmlns:a="http://schemas.openxmlformats.org/drawingml/2006/main" noGrp="1"/>
          </p:cNvSpPr>
          <p:nvPr/>
        </p:nvSpPr>
        <p:spPr>
          <a:xfrm xmlns:a="http://schemas.openxmlformats.org/drawingml/2006/main">
            <a:off x="4410075" y="36290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
            <a:extLst xmlns:a="http://schemas.openxmlformats.org/drawingml/2006/main">
              <a:ext uri="{FF2B5EF4-FFF2-40B4-BE49-F238E27FC236}">
                <a16:creationId xmlns:a16="http://schemas.microsoft.com/office/drawing/2014/main" id="{5CAAB720-5744-483E-8466-1BEBB7392CA2}"/>
              </a:ext>
            </a:extLst>
          </p:cNvPr>
          <p:cNvSpPr>
            <a:spLocks xmlns:a="http://schemas.openxmlformats.org/drawingml/2006/main" noGrp="1"/>
          </p:cNvSpPr>
          <p:nvPr/>
        </p:nvSpPr>
        <p:spPr>
          <a:xfrm xmlns:a="http://schemas.openxmlformats.org/drawingml/2006/main">
            <a:off x="4410075" y="394335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
            <a:extLst xmlns:a="http://schemas.openxmlformats.org/drawingml/2006/main">
              <a:ext uri="{FF2B5EF4-FFF2-40B4-BE49-F238E27FC236}">
                <a16:creationId xmlns:a16="http://schemas.microsoft.com/office/drawing/2014/main" id="{C6BB96B4-7EE8-4ECE-8901-99D3C73E0A51}"/>
              </a:ext>
            </a:extLst>
          </p:cNvPr>
          <p:cNvSpPr>
            <a:spLocks xmlns:a="http://schemas.openxmlformats.org/drawingml/2006/main" noGrp="1"/>
          </p:cNvSpPr>
          <p:nvPr/>
        </p:nvSpPr>
        <p:spPr>
          <a:xfrm xmlns:a="http://schemas.openxmlformats.org/drawingml/2006/main">
            <a:off x="666750" y="4762500"/>
            <a:ext cx="6715125" cy="971550"/>
          </a:xfrm>
          <a:prstGeom xmlns:a="http://schemas.openxmlformats.org/drawingml/2006/main" prst="roundRect">
            <a:avLst>
              <a:gd name="adj" fmla="val 17647"/>
            </a:avLst>
          </a:prstGeom>
          <a:solidFill xmlns:a="http://schemas.openxmlformats.org/drawingml/2006/main">
            <a:srgbClr val="183657"/>
          </a:solidFill>
          <a:ln xmlns:a="http://schemas.openxmlformats.org/drawingml/2006/main" w="19050">
            <a:solidFill>
              <a:srgbClr val="DD5577"/>
            </a:solidFill>
          </a:ln>
        </p:spPr>
      </p:sp>
      <p:sp>
        <p:nvSpPr>
          <p:cNvPr id="19" name="">
            <a:extLst xmlns:a="http://schemas.openxmlformats.org/drawingml/2006/main">
              <a:ext uri="{FF2B5EF4-FFF2-40B4-BE49-F238E27FC236}">
                <a16:creationId xmlns:a16="http://schemas.microsoft.com/office/drawing/2014/main" id="{7C303A25-3EDC-49A1-9ED3-757199597774}"/>
              </a:ext>
            </a:extLst>
          </p:cNvPr>
          <p:cNvSpPr>
            <a:spLocks xmlns:a="http://schemas.openxmlformats.org/drawingml/2006/main" noGrp="1"/>
          </p:cNvSpPr>
          <p:nvPr/>
        </p:nvSpPr>
        <p:spPr>
          <a:xfrm xmlns:a="http://schemas.openxmlformats.org/drawingml/2006/main">
            <a:off x="904875" y="49530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
            <a:extLst xmlns:a="http://schemas.openxmlformats.org/drawingml/2006/main">
              <a:ext uri="{FF2B5EF4-FFF2-40B4-BE49-F238E27FC236}">
                <a16:creationId xmlns:a16="http://schemas.microsoft.com/office/drawing/2014/main" id="{02BDF270-1654-4DA0-B307-1E36DA628B6D}"/>
              </a:ext>
            </a:extLst>
          </p:cNvPr>
          <p:cNvSpPr>
            <a:spLocks xmlns:a="http://schemas.openxmlformats.org/drawingml/2006/main" noGrp="1"/>
          </p:cNvSpPr>
          <p:nvPr/>
        </p:nvSpPr>
        <p:spPr>
          <a:xfrm xmlns:a="http://schemas.openxmlformats.org/drawingml/2006/main">
            <a:off x="904875" y="52863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
            <a:extLst xmlns:a="http://schemas.openxmlformats.org/drawingml/2006/main">
              <a:ext uri="{FF2B5EF4-FFF2-40B4-BE49-F238E27FC236}">
                <a16:creationId xmlns:a16="http://schemas.microsoft.com/office/drawing/2014/main" id="{45A3DAAC-5916-4481-9ACF-C9D71016456D}"/>
              </a:ext>
            </a:extLst>
          </p:cNvPr>
          <p:cNvSpPr>
            <a:spLocks xmlns:a="http://schemas.openxmlformats.org/drawingml/2006/main" noGrp="1"/>
          </p:cNvSpPr>
          <p:nvPr/>
        </p:nvSpPr>
        <p:spPr>
          <a:xfrm xmlns:a="http://schemas.openxmlformats.org/drawingml/2006/main">
            <a:off x="2857500" y="514350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380"/>
          </a:bodyPr>
          <a:lstStyle xmlns:a="http://schemas.openxmlformats.org/drawingml/2006/main"/>
          <a:p xmlns:a="http://schemas.openxmlformats.org/drawingml/2006/main">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
            <a:extLst xmlns:a="http://schemas.openxmlformats.org/drawingml/2006/main">
              <a:ext uri="{FF2B5EF4-FFF2-40B4-BE49-F238E27FC236}">
                <a16:creationId xmlns:a16="http://schemas.microsoft.com/office/drawing/2014/main" id="{34724D62-6B07-40E4-961C-C1431D9D0590}"/>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
            <a:extLst xmlns:a="http://schemas.openxmlformats.org/drawingml/2006/main">
              <a:ext uri="{FF2B5EF4-FFF2-40B4-BE49-F238E27FC236}">
                <a16:creationId xmlns:a16="http://schemas.microsoft.com/office/drawing/2014/main" id="{C68DB24A-4C9D-40A2-859E-CCC0084ACAB3}"/>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10 / 12</a:t>
            </a:r>
          </a:p>
        </p:txBody>
      </p:sp>
    </p:spTree>
    <p:extLst>
      <p:ext uri="{BB962C8B-B14F-4D97-AF65-F5344CB8AC3E}">
        <p14:creationId xmlns:p14="http://schemas.microsoft.com/office/powerpoint/2010/main" val="2124436864"/>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2C35B2-FB7B-4801-9F5F-E12F618103ED}"/>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BDE"/>
                </a:solidFill>
                <a:latin typeface="Arial"/>
                <a:ea typeface="Arial"/>
                <a:cs typeface="Arial"/>
              </a:defRPr>
            </a:pPr>
            <a:r>
              <a:rPr sz="975" b="1">
                <a:solidFill>
                  <a:srgbClr val="2F6BDE"/>
                </a:solidFill>
                <a:latin typeface="Arial"/>
                <a:ea typeface="Arial"/>
                <a:cs typeface="Arial"/>
              </a:rPr>
              <a:t>RESILIENCE</a:t>
            </a:r>
          </a:p>
        </p:txBody>
      </p:sp>
      <p:sp>
        <p:nvSpPr>
          <p:cNvPr id="2" name="">
            <a:extLst xmlns:a="http://schemas.openxmlformats.org/drawingml/2006/main">
              <a:ext uri="{FF2B5EF4-FFF2-40B4-BE49-F238E27FC236}">
                <a16:creationId xmlns:a16="http://schemas.microsoft.com/office/drawing/2014/main" id="{0F669F6B-A34B-4499-88E3-94EB9CE7144B}"/>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
            <a:extLst xmlns:a="http://schemas.openxmlformats.org/drawingml/2006/main">
              <a:ext uri="{FF2B5EF4-FFF2-40B4-BE49-F238E27FC236}">
                <a16:creationId xmlns:a16="http://schemas.microsoft.com/office/drawing/2014/main" id="{954E7898-0D11-4851-9E99-90A109F698F0}"/>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2F6BD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207030-EE70-4330-B9C4-B4FA4759BAC4}"/>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C80"/>
                </a:solidFill>
                <a:latin typeface="Arial"/>
                <a:ea typeface="Arial"/>
                <a:cs typeface="Arial"/>
              </a:defRPr>
            </a:pPr>
            <a:r>
              <a:rPr sz="1650">
                <a:solidFill>
                  <a:srgbClr val="5E6C80"/>
                </a:solidFill>
                <a:latin typeface="Arial"/>
                <a:ea typeface="Arial"/>
                <a:cs typeface="Arial"/>
              </a:rPr>
              <a:t>Recovery protects both the current file and the ability to return to a known-good state.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6b523cca0b24468"/>
          <a:stretch xmlns:a="http://schemas.openxmlformats.org/drawingml/2006/main"/>
        </p:blipFill>
        <p:spPr>
          <a:xfrm xmlns:a="http://schemas.openxmlformats.org/drawingml/2006/main">
            <a:off x="720904" y="2381250"/>
            <a:ext cx="4654192" cy="2619375"/>
          </a:xfrm>
          <a:prstGeom xmlns:a="http://schemas.openxmlformats.org/drawingml/2006/main" prst="roundRect">
            <a:avLst>
              <a:gd name="adj" fmla="val 8000"/>
            </a:avLst>
          </a:prstGeom>
        </p:spPr>
      </p:pic>
      <p:sp>
        <p:nvSpPr>
          <p:cNvPr id="6" name="">
            <a:extLst xmlns:a="http://schemas.openxmlformats.org/drawingml/2006/main">
              <a:ext uri="{FF2B5EF4-FFF2-40B4-BE49-F238E27FC236}">
                <a16:creationId xmlns:a16="http://schemas.microsoft.com/office/drawing/2014/main" id="{A157E7A1-E50D-40CE-AA7D-403177F35AFF}"/>
              </a:ext>
            </a:extLst>
          </p:cNvPr>
          <p:cNvSpPr>
            <a:spLocks xmlns:a="http://schemas.openxmlformats.org/drawingml/2006/main" noGrp="1"/>
          </p:cNvSpPr>
          <p:nvPr/>
        </p:nvSpPr>
        <p:spPr>
          <a:xfrm xmlns:a="http://schemas.openxmlformats.org/drawingml/2006/main">
            <a:off x="6191250" y="2333625"/>
            <a:ext cx="5238750" cy="1476375"/>
          </a:xfrm>
          <a:prstGeom xmlns:a="http://schemas.openxmlformats.org/drawingml/2006/main" prst="roundRect">
            <a:avLst>
              <a:gd name="adj" fmla="val 11613"/>
            </a:avLst>
          </a:prstGeom>
          <a:solidFill xmlns:a="http://schemas.openxmlformats.org/drawingml/2006/main">
            <a:srgbClr val="FFF5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F59805-0FBC-4EE5-BBA7-40F5BE371AC7}"/>
              </a:ext>
            </a:extLst>
          </p:cNvPr>
          <p:cNvSpPr>
            <a:spLocks xmlns:a="http://schemas.openxmlformats.org/drawingml/2006/main" noGrp="1"/>
          </p:cNvSpPr>
          <p:nvPr/>
        </p:nvSpPr>
        <p:spPr>
          <a:xfrm xmlns:a="http://schemas.openxmlformats.org/drawingml/2006/main">
            <a:off x="6477000" y="25908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
            <a:extLst xmlns:a="http://schemas.openxmlformats.org/drawingml/2006/main">
              <a:ext uri="{FF2B5EF4-FFF2-40B4-BE49-F238E27FC236}">
                <a16:creationId xmlns:a16="http://schemas.microsoft.com/office/drawing/2014/main" id="{9E53F8E0-631F-49BA-860B-BB5011EE465F}"/>
              </a:ext>
            </a:extLst>
          </p:cNvPr>
          <p:cNvSpPr>
            <a:spLocks xmlns:a="http://schemas.openxmlformats.org/drawingml/2006/main" noGrp="1"/>
          </p:cNvSpPr>
          <p:nvPr/>
        </p:nvSpPr>
        <p:spPr>
          <a:xfrm xmlns:a="http://schemas.openxmlformats.org/drawingml/2006/main">
            <a:off x="6477000" y="30480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PDF backups keep the prior version.</a:t>
            </a:r>
          </a:p>
        </p:txBody>
      </p:sp>
      <p:sp>
        <p:nvSpPr>
          <p:cNvPr id="9" name="">
            <a:extLst xmlns:a="http://schemas.openxmlformats.org/drawingml/2006/main">
              <a:ext uri="{FF2B5EF4-FFF2-40B4-BE49-F238E27FC236}">
                <a16:creationId xmlns:a16="http://schemas.microsoft.com/office/drawing/2014/main" id="{F14B1E0B-3802-4570-B6D2-D42FD434991F}"/>
              </a:ext>
            </a:extLst>
          </p:cNvPr>
          <p:cNvSpPr>
            <a:spLocks xmlns:a="http://schemas.openxmlformats.org/drawingml/2006/main" noGrp="1"/>
          </p:cNvSpPr>
          <p:nvPr/>
        </p:nvSpPr>
        <p:spPr>
          <a:xfrm xmlns:a="http://schemas.openxmlformats.org/drawingml/2006/main">
            <a:off x="6477000" y="338137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
            <a:extLst xmlns:a="http://schemas.openxmlformats.org/drawingml/2006/main">
              <a:ext uri="{FF2B5EF4-FFF2-40B4-BE49-F238E27FC236}">
                <a16:creationId xmlns:a16="http://schemas.microsoft.com/office/drawing/2014/main" id="{28A8B619-9E4A-4C50-A86E-AF1F23DAF6A5}"/>
              </a:ext>
            </a:extLst>
          </p:cNvPr>
          <p:cNvSpPr>
            <a:spLocks xmlns:a="http://schemas.openxmlformats.org/drawingml/2006/main" noGrp="1"/>
          </p:cNvSpPr>
          <p:nvPr/>
        </p:nvSpPr>
        <p:spPr>
          <a:xfrm xmlns:a="http://schemas.openxmlformats.org/drawingml/2006/main">
            <a:off x="6191250" y="4143375"/>
            <a:ext cx="5238750" cy="1476375"/>
          </a:xfrm>
          <a:prstGeom xmlns:a="http://schemas.openxmlformats.org/drawingml/2006/main" prst="roundRect">
            <a:avLst>
              <a:gd name="adj" fmla="val 11613"/>
            </a:avLst>
          </a:prstGeom>
          <a:solidFill xmlns:a="http://schemas.openxmlformats.org/drawingml/2006/main">
            <a:srgbClr val="E9F8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3A71C9-E286-4374-AB20-83CD11D633FD}"/>
              </a:ext>
            </a:extLst>
          </p:cNvPr>
          <p:cNvSpPr>
            <a:spLocks xmlns:a="http://schemas.openxmlformats.org/drawingml/2006/main" noGrp="1"/>
          </p:cNvSpPr>
          <p:nvPr/>
        </p:nvSpPr>
        <p:spPr>
          <a:xfrm xmlns:a="http://schemas.openxmlformats.org/drawingml/2006/main">
            <a:off x="6477000" y="44005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
            <a:extLst xmlns:a="http://schemas.openxmlformats.org/drawingml/2006/main">
              <a:ext uri="{FF2B5EF4-FFF2-40B4-BE49-F238E27FC236}">
                <a16:creationId xmlns:a16="http://schemas.microsoft.com/office/drawing/2014/main" id="{0A072D41-A09C-4A1E-A98A-35BC36560634}"/>
              </a:ext>
            </a:extLst>
          </p:cNvPr>
          <p:cNvSpPr>
            <a:spLocks xmlns:a="http://schemas.openxmlformats.org/drawingml/2006/main" noGrp="1"/>
          </p:cNvSpPr>
          <p:nvPr/>
        </p:nvSpPr>
        <p:spPr>
          <a:xfrm xmlns:a="http://schemas.openxmlformats.org/drawingml/2006/main">
            <a:off x="6477000" y="4857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
            <a:extLst xmlns:a="http://schemas.openxmlformats.org/drawingml/2006/main">
              <a:ext uri="{FF2B5EF4-FFF2-40B4-BE49-F238E27FC236}">
                <a16:creationId xmlns:a16="http://schemas.microsoft.com/office/drawing/2014/main" id="{897C10E3-CFFF-4878-BD4A-3882BF80D52E}"/>
              </a:ext>
            </a:extLst>
          </p:cNvPr>
          <p:cNvSpPr>
            <a:spLocks xmlns:a="http://schemas.openxmlformats.org/drawingml/2006/main" noGrp="1"/>
          </p:cNvSpPr>
          <p:nvPr/>
        </p:nvSpPr>
        <p:spPr>
          <a:xfrm xmlns:a="http://schemas.openxmlformats.org/drawingml/2006/main">
            <a:off x="6477000" y="5191125"/>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when internet returns.</a:t>
            </a:r>
          </a:p>
        </p:txBody>
      </p:sp>
      <p:sp>
        <p:nvSpPr>
          <p:cNvPr id="14" name="">
            <a:extLst xmlns:a="http://schemas.openxmlformats.org/drawingml/2006/main">
              <a:ext uri="{FF2B5EF4-FFF2-40B4-BE49-F238E27FC236}">
                <a16:creationId xmlns:a16="http://schemas.microsoft.com/office/drawing/2014/main" id="{9FFA9EA4-DD58-46CD-95E4-559DC1656F9C}"/>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
            <a:extLst xmlns:a="http://schemas.openxmlformats.org/drawingml/2006/main">
              <a:ext uri="{FF2B5EF4-FFF2-40B4-BE49-F238E27FC236}">
                <a16:creationId xmlns:a16="http://schemas.microsoft.com/office/drawing/2014/main" id="{D5561E39-4256-4127-B935-873AAA42294D}"/>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11 / 12</a:t>
            </a:r>
          </a:p>
        </p:txBody>
      </p:sp>
    </p:spTree>
    <p:extLst>
      <p:ext uri="{BB962C8B-B14F-4D97-AF65-F5344CB8AC3E}">
        <p14:creationId xmlns:p14="http://schemas.microsoft.com/office/powerpoint/2010/main" val="1682138834"/>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5775FCC-04F6-4CBD-98E1-1ACFDF7E903C}"/>
              </a:ext>
            </a:extLst>
          </p:cNvPr>
          <p:cNvSpPr>
            <a:spLocks xmlns:a="http://schemas.openxmlformats.org/drawingml/2006/main" noGrp="1"/>
          </p:cNvSpPr>
          <p:nvPr/>
        </p:nvSpPr>
        <p:spPr>
          <a:xfrm xmlns:a="http://schemas.openxmlformats.org/drawingml/2006/main">
            <a:off x="609600" y="304800"/>
            <a:ext cx="514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EB7FF"/>
                </a:solidFill>
                <a:latin typeface="Arial"/>
                <a:ea typeface="Arial"/>
                <a:cs typeface="Arial"/>
              </a:defRPr>
            </a:pPr>
            <a:r>
              <a:rPr sz="975" b="1">
                <a:solidFill>
                  <a:srgbClr val="8EB7FF"/>
                </a:solidFill>
                <a:latin typeface="Arial"/>
                <a:ea typeface="Arial"/>
                <a:cs typeface="Arial"/>
              </a:rPr>
              <a:t>PRESENTATION FLOW</a:t>
            </a:r>
          </a:p>
        </p:txBody>
      </p:sp>
      <p:sp>
        <p:nvSpPr>
          <p:cNvPr id="2" name="">
            <a:extLst xmlns:a="http://schemas.openxmlformats.org/drawingml/2006/main">
              <a:ext uri="{FF2B5EF4-FFF2-40B4-BE49-F238E27FC236}">
                <a16:creationId xmlns:a16="http://schemas.microsoft.com/office/drawing/2014/main" id="{DFDD596E-C182-47F8-8910-E19DD6588F32}"/>
              </a:ext>
            </a:extLst>
          </p:cNvPr>
          <p:cNvSpPr>
            <a:spLocks xmlns:a="http://schemas.openxmlformats.org/drawingml/2006/main" noGrp="1"/>
          </p:cNvSpPr>
          <p:nvPr/>
        </p:nvSpPr>
        <p:spPr>
          <a:xfrm xmlns:a="http://schemas.openxmlformats.org/drawingml/2006/main">
            <a:off x="609600" y="5524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A short live demonstration</a:t>
            </a:r>
          </a:p>
        </p:txBody>
      </p:sp>
      <p:sp>
        <p:nvSpPr>
          <p:cNvPr id="3" name="">
            <a:extLst xmlns:a="http://schemas.openxmlformats.org/drawingml/2006/main">
              <a:ext uri="{FF2B5EF4-FFF2-40B4-BE49-F238E27FC236}">
                <a16:creationId xmlns:a16="http://schemas.microsoft.com/office/drawing/2014/main" id="{F4A9C41F-D537-4F84-9792-E0FF0AA91DE1}"/>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4A8D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A79241-4812-4CE3-95C6-66DA45914037}"/>
              </a:ext>
            </a:extLst>
          </p:cNvPr>
          <p:cNvSpPr>
            <a:spLocks xmlns:a="http://schemas.openxmlformats.org/drawingml/2006/main" noGrp="1"/>
          </p:cNvSpPr>
          <p:nvPr/>
        </p:nvSpPr>
        <p:spPr>
          <a:xfrm xmlns:a="http://schemas.openxmlformats.org/drawingml/2006/main">
            <a:off x="609600" y="14668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BFD0E7"/>
                </a:solidFill>
                <a:latin typeface="Arial"/>
                <a:ea typeface="Arial"/>
                <a:cs typeface="Arial"/>
              </a:defRPr>
            </a:pPr>
            <a:r>
              <a:rPr sz="1650">
                <a:solidFill>
                  <a:srgbClr val="BFD0E7"/>
                </a:solidFill>
                <a:latin typeface="Arial"/>
                <a:ea typeface="Arial"/>
                <a:cs typeface="Arial"/>
              </a:rPr>
              <a:t>Show the complete value in five minutes.</a:t>
            </a:r>
          </a:p>
        </p:txBody>
      </p:sp>
      <p:sp>
        <p:nvSpPr>
          <p:cNvPr id="5" name="">
            <a:extLst xmlns:a="http://schemas.openxmlformats.org/drawingml/2006/main">
              <a:ext uri="{FF2B5EF4-FFF2-40B4-BE49-F238E27FC236}">
                <a16:creationId xmlns:a16="http://schemas.microsoft.com/office/drawing/2014/main" id="{1AD53610-385F-4E47-9B53-DE9B0F3CFFD3}"/>
              </a:ext>
            </a:extLst>
          </p:cNvPr>
          <p:cNvSpPr>
            <a:spLocks xmlns:a="http://schemas.openxmlformats.org/drawingml/2006/main" noGrp="1"/>
          </p:cNvSpPr>
          <p:nvPr/>
        </p:nvSpPr>
        <p:spPr>
          <a:xfrm xmlns:a="http://schemas.openxmlformats.org/drawingml/2006/main">
            <a:off x="904875" y="2333625"/>
            <a:ext cx="400050" cy="342900"/>
          </a:xfrm>
          <a:prstGeom xmlns:a="http://schemas.openxmlformats.org/drawingml/2006/main" prst="roundRect">
            <a:avLst>
              <a:gd name="adj" fmla="val 44444"/>
            </a:avLst>
          </a:prstGeom>
          <a:solidFill xmlns:a="http://schemas.openxmlformats.org/drawingml/2006/main">
            <a:srgbClr val="2F6B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990600-151E-42A9-A1D9-F25F40FD6C17}"/>
              </a:ext>
            </a:extLst>
          </p:cNvPr>
          <p:cNvSpPr>
            <a:spLocks xmlns:a="http://schemas.openxmlformats.org/drawingml/2006/main" noGrp="1"/>
          </p:cNvSpPr>
          <p:nvPr/>
        </p:nvSpPr>
        <p:spPr>
          <a:xfrm xmlns:a="http://schemas.openxmlformats.org/drawingml/2006/main">
            <a:off x="904875" y="233362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B866B97-0A92-48F6-8FC0-7A15821E58B6}"/>
              </a:ext>
            </a:extLst>
          </p:cNvPr>
          <p:cNvSpPr>
            <a:spLocks xmlns:a="http://schemas.openxmlformats.org/drawingml/2006/main" noGrp="1"/>
          </p:cNvSpPr>
          <p:nvPr/>
        </p:nvSpPr>
        <p:spPr>
          <a:xfrm xmlns:a="http://schemas.openxmlformats.org/drawingml/2006/main">
            <a:off x="1524000" y="23717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
            <a:extLst xmlns:a="http://schemas.openxmlformats.org/drawingml/2006/main">
              <a:ext uri="{FF2B5EF4-FFF2-40B4-BE49-F238E27FC236}">
                <a16:creationId xmlns:a16="http://schemas.microsoft.com/office/drawing/2014/main" id="{43A42663-A5BF-44D5-9CC9-F6507C06664C}"/>
              </a:ext>
            </a:extLst>
          </p:cNvPr>
          <p:cNvSpPr>
            <a:spLocks xmlns:a="http://schemas.openxmlformats.org/drawingml/2006/main" noGrp="1"/>
          </p:cNvSpPr>
          <p:nvPr/>
        </p:nvSpPr>
        <p:spPr>
          <a:xfrm xmlns:a="http://schemas.openxmlformats.org/drawingml/2006/main">
            <a:off x="904875" y="2924175"/>
            <a:ext cx="400050" cy="342900"/>
          </a:xfrm>
          <a:prstGeom xmlns:a="http://schemas.openxmlformats.org/drawingml/2006/main" prst="roundRect">
            <a:avLst>
              <a:gd name="adj" fmla="val 44444"/>
            </a:avLst>
          </a:prstGeom>
          <a:solidFill xmlns:a="http://schemas.openxmlformats.org/drawingml/2006/main">
            <a:srgbClr val="2F6B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043F340-7BEB-4728-B086-B1ACF288FCEA}"/>
              </a:ext>
            </a:extLst>
          </p:cNvPr>
          <p:cNvSpPr>
            <a:spLocks xmlns:a="http://schemas.openxmlformats.org/drawingml/2006/main" noGrp="1"/>
          </p:cNvSpPr>
          <p:nvPr/>
        </p:nvSpPr>
        <p:spPr>
          <a:xfrm xmlns:a="http://schemas.openxmlformats.org/drawingml/2006/main">
            <a:off x="904875" y="292417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DB794790-209E-45B1-8AAE-16B771F42EDF}"/>
              </a:ext>
            </a:extLst>
          </p:cNvPr>
          <p:cNvSpPr>
            <a:spLocks xmlns:a="http://schemas.openxmlformats.org/drawingml/2006/main" noGrp="1"/>
          </p:cNvSpPr>
          <p:nvPr/>
        </p:nvSpPr>
        <p:spPr>
          <a:xfrm xmlns:a="http://schemas.openxmlformats.org/drawingml/2006/main">
            <a:off x="1524000" y="29622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
            <a:extLst xmlns:a="http://schemas.openxmlformats.org/drawingml/2006/main">
              <a:ext uri="{FF2B5EF4-FFF2-40B4-BE49-F238E27FC236}">
                <a16:creationId xmlns:a16="http://schemas.microsoft.com/office/drawing/2014/main" id="{714FB2B1-1132-458E-840A-70FC86ADDB07}"/>
              </a:ext>
            </a:extLst>
          </p:cNvPr>
          <p:cNvSpPr>
            <a:spLocks xmlns:a="http://schemas.openxmlformats.org/drawingml/2006/main" noGrp="1"/>
          </p:cNvSpPr>
          <p:nvPr/>
        </p:nvSpPr>
        <p:spPr>
          <a:xfrm xmlns:a="http://schemas.openxmlformats.org/drawingml/2006/main">
            <a:off x="904875" y="3514725"/>
            <a:ext cx="400050" cy="342900"/>
          </a:xfrm>
          <a:prstGeom xmlns:a="http://schemas.openxmlformats.org/drawingml/2006/main" prst="roundRect">
            <a:avLst>
              <a:gd name="adj" fmla="val 44444"/>
            </a:avLst>
          </a:prstGeom>
          <a:solidFill xmlns:a="http://schemas.openxmlformats.org/drawingml/2006/main">
            <a:srgbClr val="2F6BD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49E332-7753-4680-966E-9BBC37E77814}"/>
              </a:ext>
            </a:extLst>
          </p:cNvPr>
          <p:cNvSpPr>
            <a:spLocks xmlns:a="http://schemas.openxmlformats.org/drawingml/2006/main" noGrp="1"/>
          </p:cNvSpPr>
          <p:nvPr/>
        </p:nvSpPr>
        <p:spPr>
          <a:xfrm xmlns:a="http://schemas.openxmlformats.org/drawingml/2006/main">
            <a:off x="904875" y="351472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C4EBCB9F-8940-44CF-BCFC-9DEDAF77443A}"/>
              </a:ext>
            </a:extLst>
          </p:cNvPr>
          <p:cNvSpPr>
            <a:spLocks xmlns:a="http://schemas.openxmlformats.org/drawingml/2006/main" noGrp="1"/>
          </p:cNvSpPr>
          <p:nvPr/>
        </p:nvSpPr>
        <p:spPr>
          <a:xfrm xmlns:a="http://schemas.openxmlformats.org/drawingml/2006/main">
            <a:off x="1524000" y="35528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
            <a:extLst xmlns:a="http://schemas.openxmlformats.org/drawingml/2006/main">
              <a:ext uri="{FF2B5EF4-FFF2-40B4-BE49-F238E27FC236}">
                <a16:creationId xmlns:a16="http://schemas.microsoft.com/office/drawing/2014/main" id="{A4B2210A-001B-4581-9ED0-2C4C1C9475FB}"/>
              </a:ext>
            </a:extLst>
          </p:cNvPr>
          <p:cNvSpPr>
            <a:spLocks xmlns:a="http://schemas.openxmlformats.org/drawingml/2006/main" noGrp="1"/>
          </p:cNvSpPr>
          <p:nvPr/>
        </p:nvSpPr>
        <p:spPr>
          <a:xfrm xmlns:a="http://schemas.openxmlformats.org/drawingml/2006/main">
            <a:off x="904875" y="4105275"/>
            <a:ext cx="400050" cy="342900"/>
          </a:xfrm>
          <a:prstGeom xmlns:a="http://schemas.openxmlformats.org/drawingml/2006/main" prst="roundRect">
            <a:avLst>
              <a:gd name="adj" fmla="val 44444"/>
            </a:avLst>
          </a:prstGeom>
          <a:solidFill xmlns:a="http://schemas.openxmlformats.org/drawingml/2006/main">
            <a:srgbClr val="2F6B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1E47764-3874-4444-AC60-73546B5716D4}"/>
              </a:ext>
            </a:extLst>
          </p:cNvPr>
          <p:cNvSpPr>
            <a:spLocks xmlns:a="http://schemas.openxmlformats.org/drawingml/2006/main" noGrp="1"/>
          </p:cNvSpPr>
          <p:nvPr/>
        </p:nvSpPr>
        <p:spPr>
          <a:xfrm xmlns:a="http://schemas.openxmlformats.org/drawingml/2006/main">
            <a:off x="904875" y="410527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FF912A74-D338-4589-BD3D-89B7AA9D2B06}"/>
              </a:ext>
            </a:extLst>
          </p:cNvPr>
          <p:cNvSpPr>
            <a:spLocks xmlns:a="http://schemas.openxmlformats.org/drawingml/2006/main" noGrp="1"/>
          </p:cNvSpPr>
          <p:nvPr/>
        </p:nvSpPr>
        <p:spPr>
          <a:xfrm xmlns:a="http://schemas.openxmlformats.org/drawingml/2006/main">
            <a:off x="1524000" y="41433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
            <a:extLst xmlns:a="http://schemas.openxmlformats.org/drawingml/2006/main">
              <a:ext uri="{FF2B5EF4-FFF2-40B4-BE49-F238E27FC236}">
                <a16:creationId xmlns:a16="http://schemas.microsoft.com/office/drawing/2014/main" id="{7735757E-4F6E-4698-B34C-4D3B1FE49303}"/>
              </a:ext>
            </a:extLst>
          </p:cNvPr>
          <p:cNvSpPr>
            <a:spLocks xmlns:a="http://schemas.openxmlformats.org/drawingml/2006/main" noGrp="1"/>
          </p:cNvSpPr>
          <p:nvPr/>
        </p:nvSpPr>
        <p:spPr>
          <a:xfrm xmlns:a="http://schemas.openxmlformats.org/drawingml/2006/main">
            <a:off x="904875" y="4695825"/>
            <a:ext cx="400050" cy="342900"/>
          </a:xfrm>
          <a:prstGeom xmlns:a="http://schemas.openxmlformats.org/drawingml/2006/main" prst="roundRect">
            <a:avLst>
              <a:gd name="adj" fmla="val 44444"/>
            </a:avLst>
          </a:prstGeom>
          <a:solidFill xmlns:a="http://schemas.openxmlformats.org/drawingml/2006/main">
            <a:srgbClr val="F6B63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4298515-C57B-435A-BE37-FE82E1E1ACDB}"/>
              </a:ext>
            </a:extLst>
          </p:cNvPr>
          <p:cNvSpPr>
            <a:spLocks xmlns:a="http://schemas.openxmlformats.org/drawingml/2006/main" noGrp="1"/>
          </p:cNvSpPr>
          <p:nvPr/>
        </p:nvSpPr>
        <p:spPr>
          <a:xfrm xmlns:a="http://schemas.openxmlformats.org/drawingml/2006/main">
            <a:off x="904875" y="469582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
            <a:extLst xmlns:a="http://schemas.openxmlformats.org/drawingml/2006/main">
              <a:ext uri="{FF2B5EF4-FFF2-40B4-BE49-F238E27FC236}">
                <a16:creationId xmlns:a16="http://schemas.microsoft.com/office/drawing/2014/main" id="{EF107BBC-20DB-4925-A0FD-8BEE3458BF3F}"/>
              </a:ext>
            </a:extLst>
          </p:cNvPr>
          <p:cNvSpPr>
            <a:spLocks xmlns:a="http://schemas.openxmlformats.org/drawingml/2006/main" noGrp="1"/>
          </p:cNvSpPr>
          <p:nvPr/>
        </p:nvSpPr>
        <p:spPr>
          <a:xfrm xmlns:a="http://schemas.openxmlformats.org/drawingml/2006/main">
            <a:off x="1524000" y="47339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FFFFFF"/>
                </a:solidFill>
                <a:latin typeface="Arial"/>
                <a:ea typeface="Arial"/>
                <a:cs typeface="Arial"/>
              </a:defRPr>
            </a:pPr>
            <a:r>
              <a:rPr sz="1650">
                <a:solidFill>
                  <a:srgbClr val="FFFFFF"/>
                </a:solidFill>
                <a:latin typeface="Arial"/>
                <a:ea typeface="Arial"/>
                <a:cs typeface="Arial"/>
              </a:rPr>
              <a:t>Show the security log and deletion policy</a:t>
            </a:r>
          </a:p>
        </p:txBody>
      </p:sp>
      <p:sp>
        <p:nvSpPr>
          <p:cNvPr id="20" name="">
            <a:extLst xmlns:a="http://schemas.openxmlformats.org/drawingml/2006/main">
              <a:ext uri="{FF2B5EF4-FFF2-40B4-BE49-F238E27FC236}">
                <a16:creationId xmlns:a16="http://schemas.microsoft.com/office/drawing/2014/main" id="{DBA31691-E137-4337-8E66-4E534A9184DF}"/>
              </a:ext>
            </a:extLst>
          </p:cNvPr>
          <p:cNvSpPr>
            <a:spLocks xmlns:a="http://schemas.openxmlformats.org/drawingml/2006/main" noGrp="1"/>
          </p:cNvSpPr>
          <p:nvPr/>
        </p:nvSpPr>
        <p:spPr>
          <a:xfrm xmlns:a="http://schemas.openxmlformats.org/drawingml/2006/main">
            <a:off x="8858250" y="2381250"/>
            <a:ext cx="2476500" cy="2333625"/>
          </a:xfrm>
          <a:prstGeom xmlns:a="http://schemas.openxmlformats.org/drawingml/2006/main" prst="roundRect">
            <a:avLst>
              <a:gd name="adj" fmla="val 7347"/>
            </a:avLst>
          </a:prstGeom>
          <a:solidFill xmlns:a="http://schemas.openxmlformats.org/drawingml/2006/main">
            <a:srgbClr val="17A67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A310674-011F-4290-ACB6-723268479FCB}"/>
              </a:ext>
            </a:extLst>
          </p:cNvPr>
          <p:cNvSpPr>
            <a:spLocks xmlns:a="http://schemas.openxmlformats.org/drawingml/2006/main" noGrp="1"/>
          </p:cNvSpPr>
          <p:nvPr/>
        </p:nvSpPr>
        <p:spPr>
          <a:xfrm xmlns:a="http://schemas.openxmlformats.org/drawingml/2006/main">
            <a:off x="9144000" y="27146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
            <a:extLst xmlns:a="http://schemas.openxmlformats.org/drawingml/2006/main">
              <a:ext uri="{FF2B5EF4-FFF2-40B4-BE49-F238E27FC236}">
                <a16:creationId xmlns:a16="http://schemas.microsoft.com/office/drawing/2014/main" id="{343CB06D-B9CB-426A-9A1B-9844625671A3}"/>
              </a:ext>
            </a:extLst>
          </p:cNvPr>
          <p:cNvSpPr>
            <a:spLocks xmlns:a="http://schemas.openxmlformats.org/drawingml/2006/main" noGrp="1"/>
          </p:cNvSpPr>
          <p:nvPr/>
        </p:nvSpPr>
        <p:spPr>
          <a:xfrm xmlns:a="http://schemas.openxmlformats.org/drawingml/2006/main">
            <a:off x="9144000" y="333375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538"/>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
            <a:extLst xmlns:a="http://schemas.openxmlformats.org/drawingml/2006/main">
              <a:ext uri="{FF2B5EF4-FFF2-40B4-BE49-F238E27FC236}">
                <a16:creationId xmlns:a16="http://schemas.microsoft.com/office/drawing/2014/main" id="{5168F09F-F01D-4FA0-AC75-ABFE2B1A7566}"/>
              </a:ext>
            </a:extLst>
          </p:cNvPr>
          <p:cNvSpPr>
            <a:spLocks xmlns:a="http://schemas.openxmlformats.org/drawingml/2006/main" noGrp="1"/>
          </p:cNvSpPr>
          <p:nvPr/>
        </p:nvSpPr>
        <p:spPr>
          <a:xfrm xmlns:a="http://schemas.openxmlformats.org/drawingml/2006/main">
            <a:off x="904875" y="566737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a:solidFill>
                  <a:srgbClr val="BFD0E7"/>
                </a:solidFill>
                <a:latin typeface="Arial"/>
                <a:ea typeface="Arial"/>
                <a:cs typeface="Arial"/>
              </a:defRPr>
            </a:pPr>
            <a:r>
              <a:rPr sz="1350">
                <a:solidFill>
                  <a:srgbClr val="BFD0E7"/>
                </a:solidFill>
                <a:latin typeface="Arial"/>
                <a:ea typeface="Arial"/>
                <a:cs typeface="Arial"/>
              </a:rPr>
              <a:t>Use the system screens to prove each step, then keep the explanation short.</a:t>
            </a:r>
          </a:p>
        </p:txBody>
      </p:sp>
      <p:sp>
        <p:nvSpPr>
          <p:cNvPr id="24" name="">
            <a:extLst xmlns:a="http://schemas.openxmlformats.org/drawingml/2006/main">
              <a:ext uri="{FF2B5EF4-FFF2-40B4-BE49-F238E27FC236}">
                <a16:creationId xmlns:a16="http://schemas.microsoft.com/office/drawing/2014/main" id="{66539BD1-85DB-491D-AE7C-8E5A66462736}"/>
              </a:ext>
            </a:extLst>
          </p:cNvPr>
          <p:cNvSpPr>
            <a:spLocks xmlns:a="http://schemas.openxmlformats.org/drawingml/2006/main" noGrp="1"/>
          </p:cNvSpPr>
          <p:nvPr/>
        </p:nvSpPr>
        <p:spPr>
          <a:xfrm xmlns:a="http://schemas.openxmlformats.org/drawingml/2006/main">
            <a:off x="514350" y="65436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
            <a:extLst xmlns:a="http://schemas.openxmlformats.org/drawingml/2006/main">
              <a:ext uri="{FF2B5EF4-FFF2-40B4-BE49-F238E27FC236}">
                <a16:creationId xmlns:a16="http://schemas.microsoft.com/office/drawing/2014/main" id="{2261732C-F239-44D1-A773-5CEDC9BEC5F7}"/>
              </a:ext>
            </a:extLst>
          </p:cNvPr>
          <p:cNvSpPr>
            <a:spLocks xmlns:a="http://schemas.openxmlformats.org/drawingml/2006/main" noGrp="1"/>
          </p:cNvSpPr>
          <p:nvPr/>
        </p:nvSpPr>
        <p:spPr>
          <a:xfrm xmlns:a="http://schemas.openxmlformats.org/drawingml/2006/main">
            <a:off x="10382250" y="65436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B8C9DE"/>
                </a:solidFill>
                <a:latin typeface="Arial"/>
                <a:ea typeface="Arial"/>
                <a:cs typeface="Arial"/>
              </a:defRPr>
            </a:pPr>
            <a:r>
              <a:rPr sz="825">
                <a:solidFill>
                  <a:srgbClr val="B8C9DE"/>
                </a:solidFill>
                <a:latin typeface="Arial"/>
                <a:ea typeface="Arial"/>
                <a:cs typeface="Arial"/>
              </a:rPr>
              <a:t>12 / 12</a:t>
            </a:r>
          </a:p>
        </p:txBody>
      </p:sp>
    </p:spTree>
    <p:extLst>
      <p:ext uri="{BB962C8B-B14F-4D97-AF65-F5344CB8AC3E}">
        <p14:creationId xmlns:p14="http://schemas.microsoft.com/office/powerpoint/2010/main" val="1609849481"/>
      </p:ext>
    </p:extLst>
  </p:cSld>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2026-09-08T12:54:28.5130000Z</dcterms:created>
  <dcterms:modified xsi:type="dcterms:W3CDTF">2026-09-08T12:54:28.5130000Z</dcterms:modified>
</coreProperties>
</file>