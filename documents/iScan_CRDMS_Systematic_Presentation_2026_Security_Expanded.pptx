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69" r:id="rId17"/>
    <p:sldId id="270" r:id="rId18"/>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01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02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03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04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05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06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07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08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09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10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11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Protection is layered across login, sessions, files, permissions, and logs.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5 attempts / 5-minute window</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60 minutes inactive by default</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 Encoder • Viewer</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User • action • IP • device • time</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575" b="1">
                <a:solidFill>
                  <a:srgbClr val="FFB6C7"/>
                </a:solidFill>
                <a:latin typeface="Arial"/>
                <a:ea typeface="Arial"/>
                <a:cs typeface="Arial"/>
              </a:defRPr>
            </a:pPr>
            <a:r>
              <a:rPr sz="1575" b="1">
                <a:solidFill>
                  <a:srgbClr val="FFB6C7"/>
                </a:solidFill>
                <a:latin typeface="Arial"/>
                <a:ea typeface="Arial"/>
                <a:cs typeface="Arial"/>
              </a:rPr>
              <a:t>Admin only</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Soft delete → Trash → Admin restore or permanent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12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description for IT and system administrators.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bcrypt | 5 attempts / 5 min | 3600-second timeout</a:t>
            </a:r>
            <a:endParaRPr lang="en-AS" sz="14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CSRF | prepared SQL | security headers | auth checks</a:t>
            </a:r>
            <a:endParaRPr lang="en-AS" sz="14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MIME/path checks | size limits | SHA-256 PDF verification</a:t>
            </a:r>
            <a:endParaRPr lang="en-AS" sz="14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Admin / Encoder / Viewer | security and audit logs</a:t>
            </a:r>
            <a:endParaRPr lang="en-AS" sz="14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2000" b="1">
                <a:solidFill>
                  <a:srgbClr val="FFB6C7"/>
                </a:solidFill>
                <a:latin typeface="Arial" panose="020B0604020202020204" pitchFamily="34" charset="0"/>
              </a:rPr>
              <a:t>Admin only</a:t>
            </a:r>
            <a:endParaRPr lang="en-AS" sz="20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Soft delete -&gt; Trash -&gt; Admin restore or permanent delete</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13 / 17</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14 / 17</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15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16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17 / 17</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2189</Words>
  <Application>Microsoft Office PowerPoint</Application>
  <DocSecurity>0</DocSecurity>
  <PresentationFormat>Widescreen</PresentationFormat>
  <Paragraphs>295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2</cp:revision>
  <dcterms:created xsi:type="dcterms:W3CDTF">2026-09-09T00:15:58Z</dcterms:created>
  <dcterms:modified xsi:type="dcterms:W3CDTF">2026-09-09T00:49:40Z</dcterms:modified>
</cp:coreProperties>
</file>