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350" b="1">
                <a:solidFill>
                  <a:srgbClr val="FFB6C7"/>
                </a:solidFill>
                <a:latin typeface="Arial"/>
                <a:ea typeface="Arial"/>
                <a:cs typeface="Arial"/>
              </a:defRPr>
            </a:pPr>
            <a:r>
              <a:rPr sz="1350" b="1">
                <a:solidFill>
                  <a:srgbClr val="FFB6C7"/>
                </a:solidFill>
                <a:latin typeface="Arial"/>
                <a:ea typeface="Arial"/>
                <a:cs typeface="Arial"/>
              </a:rPr>
              <a:t>Admin only for permanent delete.</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bcrypt hash + 5-try rate limit + 3600 s idle timeout.</a:t>
            </a:r>
            <a:endParaRPr lang="en-AS" sz="12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CSRF token + prepared SQL + security headers + login checks.</a:t>
            </a:r>
            <a:endParaRPr lang="en-AS" sz="12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MIME/path/size checks reject unsafe files; SHA-256 detects changes.</a:t>
            </a:r>
            <a:endParaRPr lang="en-AS" sz="12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200">
                <a:solidFill>
                  <a:srgbClr val="BFD0E7"/>
                </a:solidFill>
                <a:latin typeface="Arial" panose="020B0604020202020204" pitchFamily="34" charset="0"/>
              </a:rPr>
              <a:t>Role checks enforce actions; logs record user, action, IP, device, time.</a:t>
            </a:r>
            <a:endParaRPr lang="en-AS" sz="12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1500" b="1">
                <a:solidFill>
                  <a:srgbClr val="FFB6C7"/>
                </a:solidFill>
                <a:latin typeface="Arial" panose="020B0604020202020204" pitchFamily="34" charset="0"/>
              </a:rPr>
              <a:t>Admin only.</a:t>
            </a:r>
            <a:endParaRPr lang="en-AS" sz="15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Trash first; Admin restores or permanently deletes.</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